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6" r:id="rId2"/>
    <p:sldId id="263" r:id="rId3"/>
    <p:sldId id="277" r:id="rId4"/>
    <p:sldId id="276" r:id="rId5"/>
    <p:sldId id="275" r:id="rId6"/>
    <p:sldId id="273" r:id="rId7"/>
    <p:sldId id="274" r:id="rId8"/>
    <p:sldId id="272" r:id="rId9"/>
    <p:sldId id="264" r:id="rId10"/>
    <p:sldId id="271" r:id="rId11"/>
    <p:sldId id="269" r:id="rId12"/>
    <p:sldId id="270" r:id="rId13"/>
    <p:sldId id="268" r:id="rId14"/>
    <p:sldId id="258" r:id="rId15"/>
    <p:sldId id="266" r:id="rId16"/>
    <p:sldId id="265" r:id="rId17"/>
    <p:sldId id="257" r:id="rId18"/>
    <p:sldId id="260" r:id="rId19"/>
    <p:sldId id="261" r:id="rId20"/>
    <p:sldId id="278" r:id="rId21"/>
    <p:sldId id="262" r:id="rId22"/>
    <p:sldId id="259" r:id="rId23"/>
  </p:sldIdLst>
  <p:sldSz cx="12192000" cy="6858000"/>
  <p:notesSz cx="6858000" cy="9144000"/>
  <p:custDataLst>
    <p:tags r:id="rId2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5653" autoAdjust="0"/>
    <p:restoredTop sz="94660"/>
  </p:normalViewPr>
  <p:slideViewPr>
    <p:cSldViewPr snapToGrid="0">
      <p:cViewPr varScale="1">
        <p:scale>
          <a:sx n="78" d="100"/>
          <a:sy n="78" d="100"/>
        </p:scale>
        <p:origin x="389" y="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gs" Target="tags/tag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008683-B369-403B-9E28-850904336D50}" type="datetimeFigureOut">
              <a:rPr lang="en-IN" smtClean="0"/>
              <a:t>15-06-2026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897B391-E9B7-4C75-AA33-1F46B7DCA5AF}" type="slidenum">
              <a:rPr lang="en-IN" smtClean="0"/>
              <a:t>‹#›</a:t>
            </a:fld>
            <a:endParaRPr lang="en-IN"/>
          </a:p>
        </p:txBody>
      </p:sp>
    </p:spTree>
    <p:extLst>
      <p:ext uri="{BB962C8B-B14F-4D97-AF65-F5344CB8AC3E}">
        <p14:creationId xmlns:p14="http://schemas.microsoft.com/office/powerpoint/2010/main" val="3160614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D48B23-9F11-2BB0-9FDE-FC97ED90E9F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15CE47B8-B2DA-77A9-8C02-C189DFCC4E2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670EF62-CCD9-BE55-1D76-47EAEDC634E6}"/>
              </a:ext>
            </a:extLst>
          </p:cNvPr>
          <p:cNvSpPr>
            <a:spLocks noGrp="1"/>
          </p:cNvSpPr>
          <p:nvPr>
            <p:ph type="dt" sz="half" idx="10"/>
          </p:nvPr>
        </p:nvSpPr>
        <p:spPr/>
        <p:txBody>
          <a:bodyPr/>
          <a:lstStyle/>
          <a:p>
            <a:fld id="{E8722218-0872-4863-9AE9-DB77B4B2CC49}" type="datetime1">
              <a:rPr lang="en-IN" smtClean="0"/>
              <a:t>15-06-2026</a:t>
            </a:fld>
            <a:endParaRPr lang="en-IN"/>
          </a:p>
        </p:txBody>
      </p:sp>
      <p:sp>
        <p:nvSpPr>
          <p:cNvPr id="5" name="Footer Placeholder 4">
            <a:extLst>
              <a:ext uri="{FF2B5EF4-FFF2-40B4-BE49-F238E27FC236}">
                <a16:creationId xmlns:a16="http://schemas.microsoft.com/office/drawing/2014/main" id="{847BC145-F6E5-C6E3-CBAB-E50EE631E4D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4F5B465-DB4A-08E2-51BF-08F9F7A15DDB}"/>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3158503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49C21-EAA4-D79D-54F0-3B10A62AD55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4192259-6D8C-3FD5-23B8-E8AAD558B2D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A7EED7C-8258-0848-5159-B043941BBC73}"/>
              </a:ext>
            </a:extLst>
          </p:cNvPr>
          <p:cNvSpPr>
            <a:spLocks noGrp="1"/>
          </p:cNvSpPr>
          <p:nvPr>
            <p:ph type="dt" sz="half" idx="10"/>
          </p:nvPr>
        </p:nvSpPr>
        <p:spPr/>
        <p:txBody>
          <a:bodyPr/>
          <a:lstStyle/>
          <a:p>
            <a:fld id="{4FC3820D-2323-405F-B2CC-EDCE5015CC60}" type="datetime1">
              <a:rPr lang="en-IN" smtClean="0"/>
              <a:t>15-06-2026</a:t>
            </a:fld>
            <a:endParaRPr lang="en-IN"/>
          </a:p>
        </p:txBody>
      </p:sp>
      <p:sp>
        <p:nvSpPr>
          <p:cNvPr id="5" name="Footer Placeholder 4">
            <a:extLst>
              <a:ext uri="{FF2B5EF4-FFF2-40B4-BE49-F238E27FC236}">
                <a16:creationId xmlns:a16="http://schemas.microsoft.com/office/drawing/2014/main" id="{BF0760C4-071F-2265-CC51-8ABEC1BFB30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D436F7-89F7-F1A7-D4C0-026DCF264008}"/>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39851443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77EEC-ABD0-E04E-82C6-6D6F28E865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0AD3DC2-46FE-FE00-58E9-F64FCF3A96B1}"/>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883EF65-4B9D-26C9-6D42-D6E0486B4717}"/>
              </a:ext>
            </a:extLst>
          </p:cNvPr>
          <p:cNvSpPr>
            <a:spLocks noGrp="1"/>
          </p:cNvSpPr>
          <p:nvPr>
            <p:ph type="dt" sz="half" idx="10"/>
          </p:nvPr>
        </p:nvSpPr>
        <p:spPr/>
        <p:txBody>
          <a:bodyPr/>
          <a:lstStyle/>
          <a:p>
            <a:fld id="{025CE31B-4BE3-4C2C-BB66-C2FE5DECE8B7}" type="datetime1">
              <a:rPr lang="en-IN" smtClean="0"/>
              <a:t>15-06-2026</a:t>
            </a:fld>
            <a:endParaRPr lang="en-IN"/>
          </a:p>
        </p:txBody>
      </p:sp>
      <p:sp>
        <p:nvSpPr>
          <p:cNvPr id="5" name="Footer Placeholder 4">
            <a:extLst>
              <a:ext uri="{FF2B5EF4-FFF2-40B4-BE49-F238E27FC236}">
                <a16:creationId xmlns:a16="http://schemas.microsoft.com/office/drawing/2014/main" id="{2367830A-8D17-E2D8-ED17-0B6726B0A9F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8732894-7086-A44F-4B5D-2974B7464FB6}"/>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37767547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408491-BDEC-458D-8CD9-C9EEA86B831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03A0E86-718D-5D4A-EB8D-FA86B740283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54E940C-C472-2BF2-F134-67AA774917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996DFDE-65EF-C919-726C-C35151D041CE}"/>
              </a:ext>
            </a:extLst>
          </p:cNvPr>
          <p:cNvSpPr>
            <a:spLocks noGrp="1"/>
          </p:cNvSpPr>
          <p:nvPr>
            <p:ph type="dt" sz="half" idx="10"/>
          </p:nvPr>
        </p:nvSpPr>
        <p:spPr/>
        <p:txBody>
          <a:bodyPr/>
          <a:lstStyle/>
          <a:p>
            <a:fld id="{2D09EA98-F861-4B93-8505-2189384A388E}" type="datetime1">
              <a:rPr lang="en-IN" smtClean="0"/>
              <a:t>15-06-2026</a:t>
            </a:fld>
            <a:endParaRPr lang="en-IN"/>
          </a:p>
        </p:txBody>
      </p:sp>
      <p:sp>
        <p:nvSpPr>
          <p:cNvPr id="6" name="Footer Placeholder 5">
            <a:extLst>
              <a:ext uri="{FF2B5EF4-FFF2-40B4-BE49-F238E27FC236}">
                <a16:creationId xmlns:a16="http://schemas.microsoft.com/office/drawing/2014/main" id="{2DADEC53-CE85-17B6-50A9-BF11A3AF7C1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6DD4943-6CA4-59B2-0CFF-227273E3E7D1}"/>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4371810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7D645B-2BAC-68EF-32BD-CDB18AE1158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207BE06-480F-8ECE-C965-D089A322260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C018D9-ED96-B99E-BFBB-905444B2A79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0318AE1C-07B8-7D0C-220C-AA63C6E8C17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701F89-6485-5A6B-20A2-C3A7697D3D7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9131057-3AE9-75B5-5251-447ED7FA9C64}"/>
              </a:ext>
            </a:extLst>
          </p:cNvPr>
          <p:cNvSpPr>
            <a:spLocks noGrp="1"/>
          </p:cNvSpPr>
          <p:nvPr>
            <p:ph type="dt" sz="half" idx="10"/>
          </p:nvPr>
        </p:nvSpPr>
        <p:spPr/>
        <p:txBody>
          <a:bodyPr/>
          <a:lstStyle/>
          <a:p>
            <a:fld id="{86608D7C-4825-4062-82AB-4E7BA17B8C92}" type="datetime1">
              <a:rPr lang="en-IN" smtClean="0"/>
              <a:t>15-06-2026</a:t>
            </a:fld>
            <a:endParaRPr lang="en-IN"/>
          </a:p>
        </p:txBody>
      </p:sp>
      <p:sp>
        <p:nvSpPr>
          <p:cNvPr id="8" name="Footer Placeholder 7">
            <a:extLst>
              <a:ext uri="{FF2B5EF4-FFF2-40B4-BE49-F238E27FC236}">
                <a16:creationId xmlns:a16="http://schemas.microsoft.com/office/drawing/2014/main" id="{3FCDA419-EF67-AA3F-CE62-D3CF46B07BA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3870C24-71C0-93EB-6552-CF186A949772}"/>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5170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0D0EC-92F9-226B-709F-7029F11FAC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2AAF54F-423D-907A-79F1-0F0399CC9F9F}"/>
              </a:ext>
            </a:extLst>
          </p:cNvPr>
          <p:cNvSpPr>
            <a:spLocks noGrp="1"/>
          </p:cNvSpPr>
          <p:nvPr>
            <p:ph type="dt" sz="half" idx="10"/>
          </p:nvPr>
        </p:nvSpPr>
        <p:spPr/>
        <p:txBody>
          <a:bodyPr/>
          <a:lstStyle/>
          <a:p>
            <a:fld id="{2C517BD5-AC53-4724-8CBD-6BBB0C034D16}" type="datetime1">
              <a:rPr lang="en-IN" smtClean="0"/>
              <a:t>15-06-2026</a:t>
            </a:fld>
            <a:endParaRPr lang="en-IN"/>
          </a:p>
        </p:txBody>
      </p:sp>
      <p:sp>
        <p:nvSpPr>
          <p:cNvPr id="4" name="Footer Placeholder 3">
            <a:extLst>
              <a:ext uri="{FF2B5EF4-FFF2-40B4-BE49-F238E27FC236}">
                <a16:creationId xmlns:a16="http://schemas.microsoft.com/office/drawing/2014/main" id="{95C34509-A2C3-C71C-E0F0-67CF5C545FA8}"/>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AAB84F89-EFA7-B829-FF99-687E0330356A}"/>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2690388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D56882A-D8B5-709C-7E51-7CB7377EF4B1}"/>
              </a:ext>
            </a:extLst>
          </p:cNvPr>
          <p:cNvSpPr>
            <a:spLocks noGrp="1"/>
          </p:cNvSpPr>
          <p:nvPr>
            <p:ph type="dt" sz="half" idx="10"/>
          </p:nvPr>
        </p:nvSpPr>
        <p:spPr/>
        <p:txBody>
          <a:bodyPr/>
          <a:lstStyle/>
          <a:p>
            <a:fld id="{720FFEDD-5D86-4499-BF9A-C6888ED51C1E}" type="datetime1">
              <a:rPr lang="en-IN" smtClean="0"/>
              <a:t>15-06-2026</a:t>
            </a:fld>
            <a:endParaRPr lang="en-IN"/>
          </a:p>
        </p:txBody>
      </p:sp>
      <p:sp>
        <p:nvSpPr>
          <p:cNvPr id="3" name="Footer Placeholder 2">
            <a:extLst>
              <a:ext uri="{FF2B5EF4-FFF2-40B4-BE49-F238E27FC236}">
                <a16:creationId xmlns:a16="http://schemas.microsoft.com/office/drawing/2014/main" id="{452E0D4F-3570-ED9D-23EC-5C48D4D062B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21A1C957-1211-CAB7-BCC2-786C334A78F5}"/>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2037644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FF0FA5-549B-D36B-3EE6-789A1D057E4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9FA8F0A-4FDA-0EFE-ACA0-2C70F1C01D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9710F04-5AFD-D41A-547A-60B7768EA3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141FBB-C792-27C2-852B-83AE9C925DAE}"/>
              </a:ext>
            </a:extLst>
          </p:cNvPr>
          <p:cNvSpPr>
            <a:spLocks noGrp="1"/>
          </p:cNvSpPr>
          <p:nvPr>
            <p:ph type="dt" sz="half" idx="10"/>
          </p:nvPr>
        </p:nvSpPr>
        <p:spPr/>
        <p:txBody>
          <a:bodyPr/>
          <a:lstStyle/>
          <a:p>
            <a:fld id="{AB66BC27-1035-4B31-B680-C6E70EF6AA27}" type="datetime1">
              <a:rPr lang="en-IN" smtClean="0"/>
              <a:t>15-06-2026</a:t>
            </a:fld>
            <a:endParaRPr lang="en-IN"/>
          </a:p>
        </p:txBody>
      </p:sp>
      <p:sp>
        <p:nvSpPr>
          <p:cNvPr id="6" name="Footer Placeholder 5">
            <a:extLst>
              <a:ext uri="{FF2B5EF4-FFF2-40B4-BE49-F238E27FC236}">
                <a16:creationId xmlns:a16="http://schemas.microsoft.com/office/drawing/2014/main" id="{1781EDD3-8FF2-0E71-4EC2-08C07D094D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2AADA9E-77A5-2C98-3089-FDA965813A8A}"/>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29549434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A867F1-22FB-EB80-CEE4-62FF0524785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9BEC2CA3-DEB9-D866-FCA9-080BC7BBB8A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F1DD74A-AF6C-02AD-4610-A322242972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E86EAB1-73A7-4AD8-8C59-50B358230342}"/>
              </a:ext>
            </a:extLst>
          </p:cNvPr>
          <p:cNvSpPr>
            <a:spLocks noGrp="1"/>
          </p:cNvSpPr>
          <p:nvPr>
            <p:ph type="dt" sz="half" idx="10"/>
          </p:nvPr>
        </p:nvSpPr>
        <p:spPr/>
        <p:txBody>
          <a:bodyPr/>
          <a:lstStyle/>
          <a:p>
            <a:fld id="{04CE0F8D-7240-4183-9C24-C1B00493D0A8}" type="datetime1">
              <a:rPr lang="en-IN" smtClean="0"/>
              <a:t>15-06-2026</a:t>
            </a:fld>
            <a:endParaRPr lang="en-IN"/>
          </a:p>
        </p:txBody>
      </p:sp>
      <p:sp>
        <p:nvSpPr>
          <p:cNvPr id="6" name="Footer Placeholder 5">
            <a:extLst>
              <a:ext uri="{FF2B5EF4-FFF2-40B4-BE49-F238E27FC236}">
                <a16:creationId xmlns:a16="http://schemas.microsoft.com/office/drawing/2014/main" id="{0AB9E6A8-35AB-2E89-613A-3239C5D5C3D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EC9FEB0-D846-0D66-46D3-B87C7A8BAA80}"/>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3625189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0ECB4D-E5DB-4D5F-A2CD-4DB8CFE1F04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A65A4FE-3249-0618-F9E7-C12399C5BEF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FE0AED-499F-2F24-17B7-FEEEBE2A0E84}"/>
              </a:ext>
            </a:extLst>
          </p:cNvPr>
          <p:cNvSpPr>
            <a:spLocks noGrp="1"/>
          </p:cNvSpPr>
          <p:nvPr>
            <p:ph type="dt" sz="half" idx="10"/>
          </p:nvPr>
        </p:nvSpPr>
        <p:spPr/>
        <p:txBody>
          <a:bodyPr/>
          <a:lstStyle/>
          <a:p>
            <a:fld id="{56961A6E-44F9-4046-8B98-35546D05B59B}" type="datetime1">
              <a:rPr lang="en-IN" smtClean="0"/>
              <a:t>15-06-2026</a:t>
            </a:fld>
            <a:endParaRPr lang="en-IN"/>
          </a:p>
        </p:txBody>
      </p:sp>
      <p:sp>
        <p:nvSpPr>
          <p:cNvPr id="5" name="Footer Placeholder 4">
            <a:extLst>
              <a:ext uri="{FF2B5EF4-FFF2-40B4-BE49-F238E27FC236}">
                <a16:creationId xmlns:a16="http://schemas.microsoft.com/office/drawing/2014/main" id="{6D80AE78-97DB-779D-B580-AB1054D75BD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609455-2AA0-4BF8-ED9B-608E90618D85}"/>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41275150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251D888-951D-6A08-2129-3C9B29FCFF7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4678FA0-EF33-5179-D53E-81EEAA8294C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A95A708-A46B-A2D5-B43B-7DB5643380A6}"/>
              </a:ext>
            </a:extLst>
          </p:cNvPr>
          <p:cNvSpPr>
            <a:spLocks noGrp="1"/>
          </p:cNvSpPr>
          <p:nvPr>
            <p:ph type="dt" sz="half" idx="10"/>
          </p:nvPr>
        </p:nvSpPr>
        <p:spPr/>
        <p:txBody>
          <a:bodyPr/>
          <a:lstStyle/>
          <a:p>
            <a:fld id="{1F7E6334-ED65-4471-B0C6-DB55BED5575D}" type="datetime1">
              <a:rPr lang="en-IN" smtClean="0"/>
              <a:t>15-06-2026</a:t>
            </a:fld>
            <a:endParaRPr lang="en-IN"/>
          </a:p>
        </p:txBody>
      </p:sp>
      <p:sp>
        <p:nvSpPr>
          <p:cNvPr id="5" name="Footer Placeholder 4">
            <a:extLst>
              <a:ext uri="{FF2B5EF4-FFF2-40B4-BE49-F238E27FC236}">
                <a16:creationId xmlns:a16="http://schemas.microsoft.com/office/drawing/2014/main" id="{309BAEC4-DF31-B242-A06E-10397054062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58AB324-FB9F-50CD-17C4-599F9001C5A3}"/>
              </a:ext>
            </a:extLst>
          </p:cNvPr>
          <p:cNvSpPr>
            <a:spLocks noGrp="1"/>
          </p:cNvSpPr>
          <p:nvPr>
            <p:ph type="sldNum" sz="quarter" idx="12"/>
          </p:nvPr>
        </p:nvSpPr>
        <p:spPr/>
        <p:txBody>
          <a:bodyPr/>
          <a:lstStyle/>
          <a:p>
            <a:fld id="{A5BDB9A3-A00E-4BD2-9C77-A4B59AB6A265}" type="slidenum">
              <a:rPr lang="en-IN" smtClean="0"/>
              <a:t>‹#›</a:t>
            </a:fld>
            <a:endParaRPr lang="en-IN"/>
          </a:p>
        </p:txBody>
      </p:sp>
    </p:spTree>
    <p:extLst>
      <p:ext uri="{BB962C8B-B14F-4D97-AF65-F5344CB8AC3E}">
        <p14:creationId xmlns:p14="http://schemas.microsoft.com/office/powerpoint/2010/main" val="21080248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045A236-0F35-68DB-03CB-3C44105A24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69D63CA-D609-5043-B911-32D00B14C31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351481A-AA68-8FCD-54EE-DDD25F2DBB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DC01DDE-E4CB-4769-ADAA-9B7A94E2E634}" type="datetime1">
              <a:rPr lang="en-IN" smtClean="0"/>
              <a:t>15-06-2026</a:t>
            </a:fld>
            <a:endParaRPr lang="en-IN"/>
          </a:p>
        </p:txBody>
      </p:sp>
      <p:sp>
        <p:nvSpPr>
          <p:cNvPr id="5" name="Footer Placeholder 4">
            <a:extLst>
              <a:ext uri="{FF2B5EF4-FFF2-40B4-BE49-F238E27FC236}">
                <a16:creationId xmlns:a16="http://schemas.microsoft.com/office/drawing/2014/main" id="{AAF02AE1-8E52-2560-4A6B-96CDA96D2A1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2EEED96-DC39-DA8E-A514-869D5921E64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5BDB9A3-A00E-4BD2-9C77-A4B59AB6A265}" type="slidenum">
              <a:rPr lang="en-IN" smtClean="0"/>
              <a:t>‹#›</a:t>
            </a:fld>
            <a:endParaRPr lang="en-IN"/>
          </a:p>
        </p:txBody>
      </p:sp>
    </p:spTree>
    <p:extLst>
      <p:ext uri="{BB962C8B-B14F-4D97-AF65-F5344CB8AC3E}">
        <p14:creationId xmlns:p14="http://schemas.microsoft.com/office/powerpoint/2010/main" val="19503555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3.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2.png"/><Relationship Id="rId4"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5" Type="http://schemas.openxmlformats.org/officeDocument/2006/relationships/image" Target="../media/image3.png"/><Relationship Id="rId4"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tags" Target="../tags/tag10.xml"/><Relationship Id="rId5" Type="http://schemas.openxmlformats.org/officeDocument/2006/relationships/image" Target="../media/image4.png"/><Relationship Id="rId4"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tags" Target="../tags/tag15.xml"/><Relationship Id="rId7" Type="http://schemas.openxmlformats.org/officeDocument/2006/relationships/image" Target="../media/image6.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image" Target="../media/image5.png"/><Relationship Id="rId5" Type="http://schemas.openxmlformats.org/officeDocument/2006/relationships/slideLayout" Target="../slideLayouts/slideLayout1.xml"/><Relationship Id="rId4" Type="http://schemas.openxmlformats.org/officeDocument/2006/relationships/tags" Target="../tags/tag16.xml"/></Relationships>
</file>

<file path=ppt/slides/_rels/slide6.xml.rels><?xml version="1.0" encoding="UTF-8" standalone="yes"?>
<Relationships xmlns="http://schemas.openxmlformats.org/package/2006/relationships"><Relationship Id="rId3" Type="http://schemas.openxmlformats.org/officeDocument/2006/relationships/tags" Target="../tags/tag19.xml"/><Relationship Id="rId7" Type="http://schemas.openxmlformats.org/officeDocument/2006/relationships/image" Target="../media/image8.png"/><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image" Target="../media/image7.png"/><Relationship Id="rId5" Type="http://schemas.openxmlformats.org/officeDocument/2006/relationships/slideLayout" Target="../slideLayouts/slideLayout1.xml"/><Relationship Id="rId4" Type="http://schemas.openxmlformats.org/officeDocument/2006/relationships/tags" Target="../tags/tag20.xml"/></Relationships>
</file>

<file path=ppt/slides/_rels/slide7.xml.rels><?xml version="1.0" encoding="UTF-8" standalone="yes"?>
<Relationships xmlns="http://schemas.openxmlformats.org/package/2006/relationships"><Relationship Id="rId3" Type="http://schemas.openxmlformats.org/officeDocument/2006/relationships/tags" Target="../tags/tag23.xml"/><Relationship Id="rId7" Type="http://schemas.openxmlformats.org/officeDocument/2006/relationships/image" Target="../media/image10.png"/><Relationship Id="rId2" Type="http://schemas.openxmlformats.org/officeDocument/2006/relationships/tags" Target="../tags/tag22.xml"/><Relationship Id="rId1" Type="http://schemas.openxmlformats.org/officeDocument/2006/relationships/tags" Target="../tags/tag21.xml"/><Relationship Id="rId6" Type="http://schemas.openxmlformats.org/officeDocument/2006/relationships/image" Target="../media/image9.png"/><Relationship Id="rId5" Type="http://schemas.openxmlformats.org/officeDocument/2006/relationships/slideLayout" Target="../slideLayouts/slideLayout1.xml"/><Relationship Id="rId4" Type="http://schemas.openxmlformats.org/officeDocument/2006/relationships/tags" Target="../tags/tag24.xml"/></Relationships>
</file>

<file path=ppt/slides/_rels/slide8.xml.rels><?xml version="1.0" encoding="UTF-8" standalone="yes"?>
<Relationships xmlns="http://schemas.openxmlformats.org/package/2006/relationships"><Relationship Id="rId3" Type="http://schemas.openxmlformats.org/officeDocument/2006/relationships/tags" Target="../tags/tag27.xml"/><Relationship Id="rId7" Type="http://schemas.openxmlformats.org/officeDocument/2006/relationships/image" Target="../media/image12.png"/><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image" Target="../media/image11.png"/><Relationship Id="rId5" Type="http://schemas.openxmlformats.org/officeDocument/2006/relationships/slideLayout" Target="../slideLayouts/slideLayout1.xml"/><Relationship Id="rId4" Type="http://schemas.openxmlformats.org/officeDocument/2006/relationships/tags" Target="../tags/tag28.xml"/></Relationships>
</file>

<file path=ppt/slides/_rels/slide9.xml.rels><?xml version="1.0" encoding="UTF-8" standalone="yes"?>
<Relationships xmlns="http://schemas.openxmlformats.org/package/2006/relationships"><Relationship Id="rId3" Type="http://schemas.openxmlformats.org/officeDocument/2006/relationships/tags" Target="../tags/tag31.xml"/><Relationship Id="rId7" Type="http://schemas.openxmlformats.org/officeDocument/2006/relationships/image" Target="../media/image14.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3.png"/><Relationship Id="rId5" Type="http://schemas.openxmlformats.org/officeDocument/2006/relationships/slideLayout" Target="../slideLayouts/slideLayout1.xml"/><Relationship Id="rId4" Type="http://schemas.openxmlformats.org/officeDocument/2006/relationships/tags" Target="../tags/tag32.xml"/></Relationships>
</file>

<file path=ppt/slides/_rels/slide10.xml.rels><?xml version="1.0" encoding="UTF-8" standalone="yes"?>
<Relationships xmlns="http://schemas.openxmlformats.org/package/2006/relationships"><Relationship Id="rId3" Type="http://schemas.openxmlformats.org/officeDocument/2006/relationships/tags" Target="../tags/tag35.xml"/><Relationship Id="rId7" Type="http://schemas.openxmlformats.org/officeDocument/2006/relationships/image" Target="../media/image16.png"/><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5.png"/><Relationship Id="rId5" Type="http://schemas.openxmlformats.org/officeDocument/2006/relationships/slideLayout" Target="../slideLayouts/slideLayout1.xml"/><Relationship Id="rId4" Type="http://schemas.openxmlformats.org/officeDocument/2006/relationships/tags" Target="../tags/tag36.xml"/></Relationships>
</file>

<file path=ppt/slides/_rels/slide11.xml.rels><?xml version="1.0" encoding="UTF-8" standalone="yes"?>
<Relationships xmlns="http://schemas.openxmlformats.org/package/2006/relationships"><Relationship Id="rId3" Type="http://schemas.openxmlformats.org/officeDocument/2006/relationships/tags" Target="../tags/tag39.xml"/><Relationship Id="rId7" Type="http://schemas.openxmlformats.org/officeDocument/2006/relationships/image" Target="../media/image18.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17.png"/><Relationship Id="rId5" Type="http://schemas.openxmlformats.org/officeDocument/2006/relationships/slideLayout" Target="../slideLayouts/slideLayout1.xml"/><Relationship Id="rId4" Type="http://schemas.openxmlformats.org/officeDocument/2006/relationships/tags" Target="../tags/tag40.xml"/></Relationships>
</file>

<file path=ppt/slides/_rels/slide12.xml.rels><?xml version="1.0" encoding="UTF-8" standalone="yes"?>
<Relationships xmlns="http://schemas.openxmlformats.org/package/2006/relationships"><Relationship Id="rId3" Type="http://schemas.openxmlformats.org/officeDocument/2006/relationships/tags" Target="../tags/tag43.xml"/><Relationship Id="rId7" Type="http://schemas.openxmlformats.org/officeDocument/2006/relationships/image" Target="../media/image20.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19.png"/><Relationship Id="rId5" Type="http://schemas.openxmlformats.org/officeDocument/2006/relationships/slideLayout" Target="../slideLayouts/slideLayout1.xml"/><Relationship Id="rId4" Type="http://schemas.openxmlformats.org/officeDocument/2006/relationships/tags" Target="../tags/tag44.xml"/></Relationships>
</file>

<file path=ppt/slides/_rels/slide13.xml.rels><?xml version="1.0" encoding="UTF-8" standalone="yes"?>
<Relationships xmlns="http://schemas.openxmlformats.org/package/2006/relationships"><Relationship Id="rId3" Type="http://schemas.openxmlformats.org/officeDocument/2006/relationships/tags" Target="../tags/tag47.xml"/><Relationship Id="rId7" Type="http://schemas.openxmlformats.org/officeDocument/2006/relationships/image" Target="../media/image2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15.png"/><Relationship Id="rId5" Type="http://schemas.openxmlformats.org/officeDocument/2006/relationships/slideLayout" Target="../slideLayouts/slideLayout1.xml"/><Relationship Id="rId4" Type="http://schemas.openxmlformats.org/officeDocument/2006/relationships/tags" Target="../tags/tag48.xml"/></Relationships>
</file>

<file path=ppt/slides/_rels/slide14.xml.rels><?xml version="1.0" encoding="UTF-8" standalone="yes"?>
<Relationships xmlns="http://schemas.openxmlformats.org/package/2006/relationships"><Relationship Id="rId3" Type="http://schemas.openxmlformats.org/officeDocument/2006/relationships/tags" Target="../tags/tag51.xml"/><Relationship Id="rId7" Type="http://schemas.openxmlformats.org/officeDocument/2006/relationships/image" Target="../media/image23.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22.png"/><Relationship Id="rId5" Type="http://schemas.openxmlformats.org/officeDocument/2006/relationships/slideLayout" Target="../slideLayouts/slideLayout7.xml"/><Relationship Id="rId4" Type="http://schemas.openxmlformats.org/officeDocument/2006/relationships/tags" Target="../tags/tag52.xml"/></Relationships>
</file>

<file path=ppt/slides/_rels/slide15.xml.rels><?xml version="1.0" encoding="UTF-8" standalone="yes"?>
<Relationships xmlns="http://schemas.openxmlformats.org/package/2006/relationships"><Relationship Id="rId3" Type="http://schemas.openxmlformats.org/officeDocument/2006/relationships/tags" Target="../tags/tag55.xml"/><Relationship Id="rId7" Type="http://schemas.openxmlformats.org/officeDocument/2006/relationships/image" Target="../media/image25.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24.png"/><Relationship Id="rId5" Type="http://schemas.openxmlformats.org/officeDocument/2006/relationships/slideLayout" Target="../slideLayouts/slideLayout1.xml"/><Relationship Id="rId4" Type="http://schemas.openxmlformats.org/officeDocument/2006/relationships/tags" Target="../tags/tag56.xml"/></Relationships>
</file>

<file path=ppt/slides/_rels/slide16.xml.rels><?xml version="1.0" encoding="UTF-8" standalone="yes"?>
<Relationships xmlns="http://schemas.openxmlformats.org/package/2006/relationships"><Relationship Id="rId3" Type="http://schemas.openxmlformats.org/officeDocument/2006/relationships/tags" Target="../tags/tag59.xml"/><Relationship Id="rId7" Type="http://schemas.openxmlformats.org/officeDocument/2006/relationships/image" Target="../media/image27.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26.png"/><Relationship Id="rId5" Type="http://schemas.openxmlformats.org/officeDocument/2006/relationships/slideLayout" Target="../slideLayouts/slideLayout1.xml"/><Relationship Id="rId4" Type="http://schemas.openxmlformats.org/officeDocument/2006/relationships/tags" Target="../tags/tag60.xml"/></Relationships>
</file>

<file path=ppt/slides/_rels/slide17.xml.rels><?xml version="1.0" encoding="UTF-8" standalone="yes"?>
<Relationships xmlns="http://schemas.openxmlformats.org/package/2006/relationships"><Relationship Id="rId3" Type="http://schemas.openxmlformats.org/officeDocument/2006/relationships/tags" Target="../tags/tag63.xml"/><Relationship Id="rId7" Type="http://schemas.openxmlformats.org/officeDocument/2006/relationships/image" Target="../media/image29.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28.png"/><Relationship Id="rId5" Type="http://schemas.openxmlformats.org/officeDocument/2006/relationships/slideLayout" Target="../slideLayouts/slideLayout7.xml"/><Relationship Id="rId4" Type="http://schemas.openxmlformats.org/officeDocument/2006/relationships/tags" Target="../tags/tag64.xml"/></Relationships>
</file>

<file path=ppt/slides/_rels/slide18.xml.rels><?xml version="1.0" encoding="UTF-8" standalone="yes"?>
<Relationships xmlns="http://schemas.openxmlformats.org/package/2006/relationships"><Relationship Id="rId3" Type="http://schemas.openxmlformats.org/officeDocument/2006/relationships/tags" Target="../tags/tag67.xml"/><Relationship Id="rId7" Type="http://schemas.openxmlformats.org/officeDocument/2006/relationships/image" Target="../media/image31.png"/><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30.png"/><Relationship Id="rId5" Type="http://schemas.openxmlformats.org/officeDocument/2006/relationships/slideLayout" Target="../slideLayouts/slideLayout7.xml"/><Relationship Id="rId4" Type="http://schemas.openxmlformats.org/officeDocument/2006/relationships/tags" Target="../tags/tag68.xml"/></Relationships>
</file>

<file path=ppt/slides/_rels/slide19.xml.rels><?xml version="1.0" encoding="UTF-8" standalone="yes"?>
<Relationships xmlns="http://schemas.openxmlformats.org/package/2006/relationships"><Relationship Id="rId3" Type="http://schemas.openxmlformats.org/officeDocument/2006/relationships/tags" Target="../tags/tag71.xml"/><Relationship Id="rId7" Type="http://schemas.openxmlformats.org/officeDocument/2006/relationships/image" Target="../media/image33.png"/><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32.jpeg"/><Relationship Id="rId5" Type="http://schemas.openxmlformats.org/officeDocument/2006/relationships/slideLayout" Target="../slideLayouts/slideLayout7.xml"/><Relationship Id="rId4" Type="http://schemas.openxmlformats.org/officeDocument/2006/relationships/tags" Target="../tags/tag72.xml"/></Relationships>
</file>

<file path=ppt/slides/_rels/slide20.xml.rels><?xml version="1.0" encoding="UTF-8" standalone="yes"?>
<Relationships xmlns="http://schemas.openxmlformats.org/package/2006/relationships"><Relationship Id="rId3" Type="http://schemas.openxmlformats.org/officeDocument/2006/relationships/video" Target="../media/media1.webm"/><Relationship Id="rId2" Type="http://schemas.microsoft.com/office/2007/relationships/media" Target="../media/media1.webm"/><Relationship Id="rId1" Type="http://schemas.openxmlformats.org/officeDocument/2006/relationships/tags" Target="../tags/tag73.xml"/><Relationship Id="rId6" Type="http://schemas.openxmlformats.org/officeDocument/2006/relationships/image" Target="../media/image34.png"/><Relationship Id="rId5" Type="http://schemas.openxmlformats.org/officeDocument/2006/relationships/slideLayout" Target="../slideLayouts/slideLayout7.xml"/><Relationship Id="rId4" Type="http://schemas.openxmlformats.org/officeDocument/2006/relationships/tags" Target="../tags/tag74.xml"/></Relationships>
</file>

<file path=ppt/slides/_rels/slide21.xml.rels><?xml version="1.0" encoding="UTF-8" standalone="yes"?>
<Relationships xmlns="http://schemas.openxmlformats.org/package/2006/relationships"><Relationship Id="rId3" Type="http://schemas.openxmlformats.org/officeDocument/2006/relationships/tags" Target="../tags/tag77.xml"/><Relationship Id="rId2" Type="http://schemas.openxmlformats.org/officeDocument/2006/relationships/tags" Target="../tags/tag76.xml"/><Relationship Id="rId1" Type="http://schemas.openxmlformats.org/officeDocument/2006/relationships/tags" Target="../tags/tag75.xml"/><Relationship Id="rId5" Type="http://schemas.openxmlformats.org/officeDocument/2006/relationships/image" Target="../media/image35.png"/><Relationship Id="rId4"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79.xml"/><Relationship Id="rId1" Type="http://schemas.openxmlformats.org/officeDocument/2006/relationships/tags" Target="../tags/tag78.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117E368-9CEF-0EBE-C07C-0E9CBCFD09FF}"/>
              </a:ext>
            </a:extLst>
          </p:cNvPr>
          <p:cNvPicPr>
            <a:picLocks noChangeAspect="1"/>
          </p:cNvPicPr>
          <p:nvPr>
            <p:custDataLst>
              <p:tags r:id="rId1"/>
            </p:custDataLst>
          </p:nvPr>
        </p:nvPicPr>
        <p:blipFill>
          <a:blip r:embed="rId4"/>
          <a:srcRect t="8053" b="7677"/>
          <a:stretch>
            <a:fillRect/>
          </a:stretch>
        </p:blipFill>
        <p:spPr>
          <a:xfrm>
            <a:off x="20" y="10"/>
            <a:ext cx="12191980" cy="6857990"/>
          </a:xfrm>
          <a:prstGeom prst="rect">
            <a:avLst/>
          </a:prstGeom>
        </p:spPr>
      </p:pic>
      <p:sp>
        <p:nvSpPr>
          <p:cNvPr id="43" name="Rectangle 42">
            <a:extLst>
              <a:ext uri="{FF2B5EF4-FFF2-40B4-BE49-F238E27FC236}">
                <a16:creationId xmlns:a16="http://schemas.microsoft.com/office/drawing/2014/main" id="{B4916930-E76E-4100-9DCF-4981566A3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57375" y="1885950"/>
            <a:ext cx="8505825" cy="3152775"/>
          </a:xfrm>
          <a:prstGeom prst="rect">
            <a:avLst/>
          </a:prstGeom>
          <a:solidFill>
            <a:schemeClr val="bg1">
              <a:alpha val="75000"/>
            </a:schemeClr>
          </a:solidFill>
          <a:ln w="63500" cmpd="dbl">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14D49126-A0F1-88D2-B9B2-36E73666F2F1}"/>
              </a:ext>
            </a:extLst>
          </p:cNvPr>
          <p:cNvSpPr txBox="1"/>
          <p:nvPr>
            <p:custDataLst>
              <p:tags r:id="rId2"/>
            </p:custDataLst>
          </p:nvPr>
        </p:nvSpPr>
        <p:spPr>
          <a:xfrm>
            <a:off x="1857374" y="2247900"/>
            <a:ext cx="8505825" cy="2514600"/>
          </a:xfrm>
          <a:prstGeom prst="rect">
            <a:avLst/>
          </a:prstGeom>
        </p:spPr>
        <p:txBody>
          <a:bodyPr vert="horz" lIns="91440" tIns="45720" rIns="91440" bIns="45720" rtlCol="0" anchor="ctr">
            <a:normAutofit/>
          </a:bodyPr>
          <a:lstStyle/>
          <a:p>
            <a:pPr algn="ctr">
              <a:lnSpc>
                <a:spcPct val="90000"/>
              </a:lnSpc>
              <a:spcBef>
                <a:spcPct val="0"/>
              </a:spcBef>
              <a:spcAft>
                <a:spcPts val="600"/>
              </a:spcAft>
            </a:pPr>
            <a:r>
              <a:rPr lang="en-US" sz="6100" b="1" dirty="0">
                <a:solidFill>
                  <a:schemeClr val="tx1">
                    <a:lumMod val="75000"/>
                    <a:lumOff val="25000"/>
                  </a:schemeClr>
                </a:solidFill>
                <a:latin typeface="+mj-lt"/>
                <a:ea typeface="+mj-ea"/>
                <a:cs typeface="+mj-cs"/>
              </a:rPr>
              <a:t>Student Performance Analysis</a:t>
            </a:r>
          </a:p>
        </p:txBody>
      </p:sp>
      <p:sp>
        <p:nvSpPr>
          <p:cNvPr id="2" name="Slide Number Placeholder 1">
            <a:extLst>
              <a:ext uri="{FF2B5EF4-FFF2-40B4-BE49-F238E27FC236}">
                <a16:creationId xmlns:a16="http://schemas.microsoft.com/office/drawing/2014/main" id="{56D19E35-6B83-5C28-2A0B-0E3C3F08299F}"/>
              </a:ext>
            </a:extLst>
          </p:cNvPr>
          <p:cNvSpPr>
            <a:spLocks noGrp="1"/>
          </p:cNvSpPr>
          <p:nvPr>
            <p:ph type="sldNum" sz="quarter" idx="12"/>
          </p:nvPr>
        </p:nvSpPr>
        <p:spPr/>
        <p:txBody>
          <a:bodyPr/>
          <a:lstStyle/>
          <a:p>
            <a:fld id="{A5BDB9A3-A00E-4BD2-9C77-A4B59AB6A265}" type="slidenum">
              <a:rPr lang="en-IN" smtClean="0"/>
              <a:t>1</a:t>
            </a:fld>
            <a:endParaRPr lang="en-IN"/>
          </a:p>
        </p:txBody>
      </p:sp>
    </p:spTree>
    <p:extLst>
      <p:ext uri="{BB962C8B-B14F-4D97-AF65-F5344CB8AC3E}">
        <p14:creationId xmlns:p14="http://schemas.microsoft.com/office/powerpoint/2010/main" val="835647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72A384-4804-E72C-A54A-D981230EAB82}"/>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5E6CFF1-2F42-4E10-9A97-F116F46F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64F9C0B-8DA8-90AD-2CE5-583939AD8618}"/>
              </a:ext>
            </a:extLst>
          </p:cNvPr>
          <p:cNvPicPr>
            <a:picLocks noChangeAspect="1"/>
          </p:cNvPicPr>
          <p:nvPr>
            <p:custDataLst>
              <p:tags r:id="rId1"/>
            </p:custDataLst>
          </p:nvPr>
        </p:nvPicPr>
        <p:blipFill>
          <a:blip r:embed="rId5">
            <a:alphaModFix amt="35000"/>
          </a:blip>
          <a:srcRect l="6231" r="4881"/>
          <a:stretch>
            <a:fillRect/>
          </a:stretch>
        </p:blipFill>
        <p:spPr>
          <a:xfrm>
            <a:off x="20" y="1"/>
            <a:ext cx="12191980" cy="6857999"/>
          </a:xfrm>
          <a:prstGeom prst="rect">
            <a:avLst/>
          </a:prstGeom>
        </p:spPr>
      </p:pic>
      <p:sp>
        <p:nvSpPr>
          <p:cNvPr id="7" name="TextBox 6">
            <a:extLst>
              <a:ext uri="{FF2B5EF4-FFF2-40B4-BE49-F238E27FC236}">
                <a16:creationId xmlns:a16="http://schemas.microsoft.com/office/drawing/2014/main" id="{83D4B046-29CB-1588-711B-F3EF898CD3B3}"/>
              </a:ext>
            </a:extLst>
          </p:cNvPr>
          <p:cNvSpPr txBox="1"/>
          <p:nvPr>
            <p:custDataLst>
              <p:tags r:id="rId2"/>
            </p:custDataLst>
          </p:nvPr>
        </p:nvSpPr>
        <p:spPr>
          <a:xfrm>
            <a:off x="838199" y="1065862"/>
            <a:ext cx="6052955" cy="4726276"/>
          </a:xfrm>
          <a:prstGeom prst="rect">
            <a:avLst/>
          </a:prstGeom>
        </p:spPr>
        <p:txBody>
          <a:bodyPr vert="horz" lIns="91440" tIns="45720" rIns="91440" bIns="45720" rtlCol="0" anchor="ctr">
            <a:normAutofit/>
          </a:bodyPr>
          <a:lstStyle/>
          <a:p>
            <a:pPr algn="r">
              <a:lnSpc>
                <a:spcPct val="90000"/>
              </a:lnSpc>
              <a:spcBef>
                <a:spcPct val="0"/>
              </a:spcBef>
              <a:spcAft>
                <a:spcPts val="600"/>
              </a:spcAft>
            </a:pPr>
            <a:r>
              <a:rPr lang="en-US" sz="8000" dirty="0">
                <a:ln w="22225">
                  <a:solidFill>
                    <a:srgbClr val="FFFFFF"/>
                  </a:solidFill>
                </a:ln>
                <a:noFill/>
                <a:latin typeface="+mj-lt"/>
                <a:ea typeface="+mj-ea"/>
                <a:cs typeface="+mj-cs"/>
              </a:rPr>
              <a:t>Introduction</a:t>
            </a:r>
          </a:p>
        </p:txBody>
      </p:sp>
      <p:cxnSp>
        <p:nvCxnSpPr>
          <p:cNvPr id="23" name="Straight Connector 22">
            <a:extLst>
              <a:ext uri="{FF2B5EF4-FFF2-40B4-BE49-F238E27FC236}">
                <a16:creationId xmlns:a16="http://schemas.microsoft.com/office/drawing/2014/main" id="{96A8629B-8289-498B-939B-1CA0C106182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212899" y="2286000"/>
            <a:ext cx="0" cy="2286000"/>
          </a:xfrm>
          <a:prstGeom prst="line">
            <a:avLst/>
          </a:prstGeom>
          <a:ln w="15875">
            <a:solidFill>
              <a:srgbClr val="FFFFFF"/>
            </a:solidFill>
          </a:ln>
        </p:spPr>
        <p:style>
          <a:lnRef idx="1">
            <a:schemeClr val="accent1"/>
          </a:lnRef>
          <a:fillRef idx="0">
            <a:schemeClr val="accent1"/>
          </a:fillRef>
          <a:effectRef idx="0">
            <a:schemeClr val="accent1"/>
          </a:effectRef>
          <a:fontRef idx="minor">
            <a:schemeClr val="tx1"/>
          </a:fontRef>
        </p:style>
      </p:cxnSp>
      <p:sp>
        <p:nvSpPr>
          <p:cNvPr id="15" name="Rectangle 2">
            <a:extLst>
              <a:ext uri="{FF2B5EF4-FFF2-40B4-BE49-F238E27FC236}">
                <a16:creationId xmlns:a16="http://schemas.microsoft.com/office/drawing/2014/main" id="{10C6ABA6-2626-F2C4-B2AE-0535EFCBCC3A}"/>
              </a:ext>
            </a:extLst>
          </p:cNvPr>
          <p:cNvSpPr>
            <a:spLocks noChangeArrowheads="1"/>
          </p:cNvSpPr>
          <p:nvPr>
            <p:custDataLst>
              <p:tags r:id="rId3"/>
            </p:custDataLst>
          </p:nvPr>
        </p:nvSpPr>
        <p:spPr bwMode="auto">
          <a:xfrm>
            <a:off x="7333488" y="1065862"/>
            <a:ext cx="4507992" cy="472627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 anchorCtr="0" compatLnSpc="1">
            <a:prstTxWarp prst="textNoShape">
              <a:avLst/>
            </a:prstTxWarp>
            <a:normAutofit/>
          </a:bodyPr>
          <a:lstStyle/>
          <a:p>
            <a:pPr marR="0" lvl="0" fontAlgn="base">
              <a:lnSpc>
                <a:spcPct val="90000"/>
              </a:lnSpc>
              <a:spcBef>
                <a:spcPct val="0"/>
              </a:spcBef>
              <a:spcAft>
                <a:spcPts val="600"/>
              </a:spcAft>
              <a:buClrTx/>
              <a:buSzTx/>
              <a:tabLst/>
            </a:pPr>
            <a:r>
              <a:rPr kumimoji="0" lang="en-US" altLang="en-US" sz="1600" b="0" i="0" u="none" strike="noStrike" cap="none" normalizeH="0" baseline="0" dirty="0">
                <a:ln>
                  <a:noFill/>
                </a:ln>
                <a:solidFill>
                  <a:srgbClr val="FFFFFF"/>
                </a:solidFill>
                <a:effectLst/>
                <a:latin typeface="Amasis MT Pro Black" panose="02040A04050005020304" pitchFamily="18" charset="0"/>
              </a:rPr>
              <a:t>This report presents an Exploratory Data Analysis (EDA) of the factors that influence student academic performance. By analyzing academic scores alongside study habits, demographic characteristics, and institutional variables, the study seeks to identify the key determinants of student success. The insights derived from this analysis can support educators, administrators, and policymakers in making informed, data-driven decisions related to resource allocation, targeted student interventions, and scholarship distribution, ultimately contributing to improved educational outcomes.</a:t>
            </a:r>
          </a:p>
        </p:txBody>
      </p:sp>
      <p:sp>
        <p:nvSpPr>
          <p:cNvPr id="2" name="Slide Number Placeholder 1">
            <a:extLst>
              <a:ext uri="{FF2B5EF4-FFF2-40B4-BE49-F238E27FC236}">
                <a16:creationId xmlns:a16="http://schemas.microsoft.com/office/drawing/2014/main" id="{02EBC80C-F8D9-E2BF-4368-1F07004B5BCA}"/>
              </a:ext>
            </a:extLst>
          </p:cNvPr>
          <p:cNvSpPr>
            <a:spLocks noGrp="1"/>
          </p:cNvSpPr>
          <p:nvPr>
            <p:ph type="sldNum" sz="quarter" idx="12"/>
          </p:nvPr>
        </p:nvSpPr>
        <p:spPr/>
        <p:txBody>
          <a:bodyPr/>
          <a:lstStyle/>
          <a:p>
            <a:fld id="{A5BDB9A3-A00E-4BD2-9C77-A4B59AB6A265}" type="slidenum">
              <a:rPr lang="en-IN" smtClean="0"/>
              <a:t>2</a:t>
            </a:fld>
            <a:endParaRPr lang="en-IN"/>
          </a:p>
        </p:txBody>
      </p:sp>
    </p:spTree>
    <p:extLst>
      <p:ext uri="{BB962C8B-B14F-4D97-AF65-F5344CB8AC3E}">
        <p14:creationId xmlns:p14="http://schemas.microsoft.com/office/powerpoint/2010/main" val="4001570899"/>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D6FEB-6DCD-1C3D-006B-9FAC56F64FC5}"/>
            </a:ext>
          </a:extLst>
        </p:cNvPr>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C777BBD-C42C-46C6-8D2D-BD2F9613D6F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90521B97-3015-6399-5811-404942D18283}"/>
              </a:ext>
            </a:extLst>
          </p:cNvPr>
          <p:cNvPicPr>
            <a:picLocks noChangeAspect="1"/>
          </p:cNvPicPr>
          <p:nvPr>
            <p:custDataLst>
              <p:tags r:id="rId1"/>
            </p:custDataLst>
          </p:nvPr>
        </p:nvPicPr>
        <p:blipFill>
          <a:blip r:embed="rId5"/>
          <a:srcRect t="11128" b="4286"/>
          <a:stretch>
            <a:fillRect/>
          </a:stretch>
        </p:blipFill>
        <p:spPr>
          <a:xfrm>
            <a:off x="20" y="0"/>
            <a:ext cx="12191980" cy="6857990"/>
          </a:xfrm>
          <a:prstGeom prst="rect">
            <a:avLst/>
          </a:prstGeom>
        </p:spPr>
      </p:pic>
      <p:sp>
        <p:nvSpPr>
          <p:cNvPr id="19" name="Graphic 1">
            <a:extLst>
              <a:ext uri="{FF2B5EF4-FFF2-40B4-BE49-F238E27FC236}">
                <a16:creationId xmlns:a16="http://schemas.microsoft.com/office/drawing/2014/main" id="{721F817A-BF7E-440D-B296-66D86EDB06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V="1">
            <a:off x="1969639" y="181596"/>
            <a:ext cx="8252722" cy="6022258"/>
          </a:xfrm>
          <a:custGeom>
            <a:avLst/>
            <a:gdLst>
              <a:gd name="connsiteX0" fmla="*/ 5458905 w 6886274"/>
              <a:gd name="connsiteY0" fmla="*/ 754119 h 5025119"/>
              <a:gd name="connsiteX1" fmla="*/ 3455557 w 6886274"/>
              <a:gd name="connsiteY1" fmla="*/ 1027709 h 5025119"/>
              <a:gd name="connsiteX2" fmla="*/ 3338677 w 6886274"/>
              <a:gd name="connsiteY2" fmla="*/ 1021381 h 5025119"/>
              <a:gd name="connsiteX3" fmla="*/ 2518280 w 6886274"/>
              <a:gd name="connsiteY3" fmla="*/ 980435 h 5025119"/>
              <a:gd name="connsiteX4" fmla="*/ 1673687 w 6886274"/>
              <a:gd name="connsiteY4" fmla="*/ 739229 h 5025119"/>
              <a:gd name="connsiteX5" fmla="*/ 1183459 w 6886274"/>
              <a:gd name="connsiteY5" fmla="*/ 397149 h 5025119"/>
              <a:gd name="connsiteX6" fmla="*/ 977987 w 6886274"/>
              <a:gd name="connsiteY6" fmla="*/ 241184 h 5025119"/>
              <a:gd name="connsiteX7" fmla="*/ 788150 w 6886274"/>
              <a:gd name="connsiteY7" fmla="*/ 66980 h 5025119"/>
              <a:gd name="connsiteX8" fmla="*/ 721148 w 6886274"/>
              <a:gd name="connsiteY8" fmla="*/ 31990 h 5025119"/>
              <a:gd name="connsiteX9" fmla="*/ 701792 w 6886274"/>
              <a:gd name="connsiteY9" fmla="*/ 32362 h 5025119"/>
              <a:gd name="connsiteX10" fmla="*/ 686530 w 6886274"/>
              <a:gd name="connsiteY10" fmla="*/ 43157 h 5025119"/>
              <a:gd name="connsiteX11" fmla="*/ 693603 w 6886274"/>
              <a:gd name="connsiteY11" fmla="*/ 58046 h 5025119"/>
              <a:gd name="connsiteX12" fmla="*/ 705886 w 6886274"/>
              <a:gd name="connsiteY12" fmla="*/ 65491 h 5025119"/>
              <a:gd name="connsiteX13" fmla="*/ 762838 w 6886274"/>
              <a:gd name="connsiteY13" fmla="*/ 112764 h 5025119"/>
              <a:gd name="connsiteX14" fmla="*/ 764327 w 6886274"/>
              <a:gd name="connsiteY14" fmla="*/ 140309 h 5025119"/>
              <a:gd name="connsiteX15" fmla="*/ 775121 w 6886274"/>
              <a:gd name="connsiteY15" fmla="*/ 159666 h 5025119"/>
              <a:gd name="connsiteX16" fmla="*/ 823139 w 6886274"/>
              <a:gd name="connsiteY16" fmla="*/ 176416 h 5025119"/>
              <a:gd name="connsiteX17" fmla="*/ 707748 w 6886274"/>
              <a:gd name="connsiteY17" fmla="*/ 109414 h 5025119"/>
              <a:gd name="connsiteX18" fmla="*/ 681319 w 6886274"/>
              <a:gd name="connsiteY18" fmla="*/ 69958 h 5025119"/>
              <a:gd name="connsiteX19" fmla="*/ 640746 w 6886274"/>
              <a:gd name="connsiteY19" fmla="*/ 67352 h 5025119"/>
              <a:gd name="connsiteX20" fmla="*/ 614318 w 6886274"/>
              <a:gd name="connsiteY20" fmla="*/ 61396 h 5025119"/>
              <a:gd name="connsiteX21" fmla="*/ 560716 w 6886274"/>
              <a:gd name="connsiteY21" fmla="*/ 3701 h 5025119"/>
              <a:gd name="connsiteX22" fmla="*/ 540616 w 6886274"/>
              <a:gd name="connsiteY22" fmla="*/ 3701 h 5025119"/>
              <a:gd name="connsiteX23" fmla="*/ 543594 w 6886274"/>
              <a:gd name="connsiteY23" fmla="*/ 21940 h 5025119"/>
              <a:gd name="connsiteX24" fmla="*/ 558855 w 6886274"/>
              <a:gd name="connsiteY24" fmla="*/ 51346 h 5025119"/>
              <a:gd name="connsiteX25" fmla="*/ 557366 w 6886274"/>
              <a:gd name="connsiteY25" fmla="*/ 72563 h 5025119"/>
              <a:gd name="connsiteX26" fmla="*/ 570022 w 6886274"/>
              <a:gd name="connsiteY26" fmla="*/ 120209 h 5025119"/>
              <a:gd name="connsiteX27" fmla="*/ 599801 w 6886274"/>
              <a:gd name="connsiteY27" fmla="*/ 192794 h 5025119"/>
              <a:gd name="connsiteX28" fmla="*/ 614318 w 6886274"/>
              <a:gd name="connsiteY28" fmla="*/ 212150 h 5025119"/>
              <a:gd name="connsiteX29" fmla="*/ 623996 w 6886274"/>
              <a:gd name="connsiteY29" fmla="*/ 220711 h 5025119"/>
              <a:gd name="connsiteX30" fmla="*/ 821278 w 6886274"/>
              <a:gd name="connsiteY30" fmla="*/ 503235 h 5025119"/>
              <a:gd name="connsiteX31" fmla="*/ 1033822 w 6886274"/>
              <a:gd name="connsiteY31" fmla="*/ 694562 h 5025119"/>
              <a:gd name="connsiteX32" fmla="*/ 1039406 w 6886274"/>
              <a:gd name="connsiteY32" fmla="*/ 702378 h 5025119"/>
              <a:gd name="connsiteX33" fmla="*/ 944114 w 6886274"/>
              <a:gd name="connsiteY33" fmla="*/ 662550 h 5025119"/>
              <a:gd name="connsiteX34" fmla="*/ 733432 w 6886274"/>
              <a:gd name="connsiteY34" fmla="*/ 500629 h 5025119"/>
              <a:gd name="connsiteX35" fmla="*/ 606501 w 6886274"/>
              <a:gd name="connsiteY35" fmla="*/ 399755 h 5025119"/>
              <a:gd name="connsiteX36" fmla="*/ 588634 w 6886274"/>
              <a:gd name="connsiteY36" fmla="*/ 381143 h 5025119"/>
              <a:gd name="connsiteX37" fmla="*/ 575978 w 6886274"/>
              <a:gd name="connsiteY37" fmla="*/ 375560 h 5025119"/>
              <a:gd name="connsiteX38" fmla="*/ 567044 w 6886274"/>
              <a:gd name="connsiteY38" fmla="*/ 388588 h 5025119"/>
              <a:gd name="connsiteX39" fmla="*/ 578956 w 6886274"/>
              <a:gd name="connsiteY39" fmla="*/ 437722 h 5025119"/>
              <a:gd name="connsiteX40" fmla="*/ 675736 w 6886274"/>
              <a:gd name="connsiteY40" fmla="*/ 535619 h 5025119"/>
              <a:gd name="connsiteX41" fmla="*/ 811600 w 6886274"/>
              <a:gd name="connsiteY41" fmla="*/ 652872 h 5025119"/>
              <a:gd name="connsiteX42" fmla="*/ 818300 w 6886274"/>
              <a:gd name="connsiteY42" fmla="*/ 666272 h 5025119"/>
              <a:gd name="connsiteX43" fmla="*/ 741621 w 6886274"/>
              <a:gd name="connsiteY43" fmla="*/ 608576 h 5025119"/>
              <a:gd name="connsiteX44" fmla="*/ 666430 w 6886274"/>
              <a:gd name="connsiteY44" fmla="*/ 553114 h 5025119"/>
              <a:gd name="connsiteX45" fmla="*/ 645585 w 6886274"/>
              <a:gd name="connsiteY45" fmla="*/ 547903 h 5025119"/>
              <a:gd name="connsiteX46" fmla="*/ 640002 w 6886274"/>
              <a:gd name="connsiteY46" fmla="*/ 570236 h 5025119"/>
              <a:gd name="connsiteX47" fmla="*/ 675736 w 6886274"/>
              <a:gd name="connsiteY47" fmla="*/ 628677 h 5025119"/>
              <a:gd name="connsiteX48" fmla="*/ 855896 w 6886274"/>
              <a:gd name="connsiteY48" fmla="*/ 786875 h 5025119"/>
              <a:gd name="connsiteX49" fmla="*/ 946348 w 6886274"/>
              <a:gd name="connsiteY49" fmla="*/ 877699 h 5025119"/>
              <a:gd name="connsiteX50" fmla="*/ 950442 w 6886274"/>
              <a:gd name="connsiteY50" fmla="*/ 899661 h 5025119"/>
              <a:gd name="connsiteX51" fmla="*/ 991760 w 6886274"/>
              <a:gd name="connsiteY51" fmla="*/ 937629 h 5025119"/>
              <a:gd name="connsiteX52" fmla="*/ 1018188 w 6886274"/>
              <a:gd name="connsiteY52" fmla="*/ 945445 h 5025119"/>
              <a:gd name="connsiteX53" fmla="*/ 1315601 w 6886274"/>
              <a:gd name="connsiteY53" fmla="*/ 1196329 h 5025119"/>
              <a:gd name="connsiteX54" fmla="*/ 1454443 w 6886274"/>
              <a:gd name="connsiteY54" fmla="*/ 1279709 h 5025119"/>
              <a:gd name="connsiteX55" fmla="*/ 1454443 w 6886274"/>
              <a:gd name="connsiteY55" fmla="*/ 1285665 h 5025119"/>
              <a:gd name="connsiteX56" fmla="*/ 1453327 w 6886274"/>
              <a:gd name="connsiteY56" fmla="*/ 1291993 h 5025119"/>
              <a:gd name="connsiteX57" fmla="*/ 1256416 w 6886274"/>
              <a:gd name="connsiteY57" fmla="*/ 1166923 h 5025119"/>
              <a:gd name="connsiteX58" fmla="*/ 745715 w 6886274"/>
              <a:gd name="connsiteY58" fmla="*/ 798786 h 5025119"/>
              <a:gd name="connsiteX59" fmla="*/ 592356 w 6886274"/>
              <a:gd name="connsiteY59" fmla="*/ 656966 h 5025119"/>
              <a:gd name="connsiteX60" fmla="*/ 485526 w 6886274"/>
              <a:gd name="connsiteY60" fmla="*/ 567259 h 5025119"/>
              <a:gd name="connsiteX61" fmla="*/ 430063 w 6886274"/>
              <a:gd name="connsiteY61" fmla="*/ 550136 h 5025119"/>
              <a:gd name="connsiteX62" fmla="*/ 408846 w 6886274"/>
              <a:gd name="connsiteY62" fmla="*/ 563164 h 5025119"/>
              <a:gd name="connsiteX63" fmla="*/ 421130 w 6886274"/>
              <a:gd name="connsiteY63" fmla="*/ 581403 h 5025119"/>
              <a:gd name="connsiteX64" fmla="*/ 426713 w 6886274"/>
              <a:gd name="connsiteY64" fmla="*/ 584009 h 5025119"/>
              <a:gd name="connsiteX65" fmla="*/ 487015 w 6886274"/>
              <a:gd name="connsiteY65" fmla="*/ 635005 h 5025119"/>
              <a:gd name="connsiteX66" fmla="*/ 487015 w 6886274"/>
              <a:gd name="connsiteY66" fmla="*/ 655105 h 5025119"/>
              <a:gd name="connsiteX67" fmla="*/ 497437 w 6886274"/>
              <a:gd name="connsiteY67" fmla="*/ 678183 h 5025119"/>
              <a:gd name="connsiteX68" fmla="*/ 539871 w 6886274"/>
              <a:gd name="connsiteY68" fmla="*/ 691584 h 5025119"/>
              <a:gd name="connsiteX69" fmla="*/ 485898 w 6886274"/>
              <a:gd name="connsiteY69" fmla="*/ 681906 h 5025119"/>
              <a:gd name="connsiteX70" fmla="*/ 410335 w 6886274"/>
              <a:gd name="connsiteY70" fmla="*/ 600387 h 5025119"/>
              <a:gd name="connsiteX71" fmla="*/ 397307 w 6886274"/>
              <a:gd name="connsiteY71" fmla="*/ 582892 h 5025119"/>
              <a:gd name="connsiteX72" fmla="*/ 363062 w 6886274"/>
              <a:gd name="connsiteY72" fmla="*/ 584009 h 5025119"/>
              <a:gd name="connsiteX73" fmla="*/ 334772 w 6886274"/>
              <a:gd name="connsiteY73" fmla="*/ 578426 h 5025119"/>
              <a:gd name="connsiteX74" fmla="*/ 281915 w 6886274"/>
              <a:gd name="connsiteY74" fmla="*/ 522219 h 5025119"/>
              <a:gd name="connsiteX75" fmla="*/ 263304 w 6886274"/>
              <a:gd name="connsiteY75" fmla="*/ 521846 h 5025119"/>
              <a:gd name="connsiteX76" fmla="*/ 263676 w 6886274"/>
              <a:gd name="connsiteY76" fmla="*/ 538225 h 5025119"/>
              <a:gd name="connsiteX77" fmla="*/ 275215 w 6886274"/>
              <a:gd name="connsiteY77" fmla="*/ 563164 h 5025119"/>
              <a:gd name="connsiteX78" fmla="*/ 271121 w 6886274"/>
              <a:gd name="connsiteY78" fmla="*/ 604854 h 5025119"/>
              <a:gd name="connsiteX79" fmla="*/ 274471 w 6886274"/>
              <a:gd name="connsiteY79" fmla="*/ 627560 h 5025119"/>
              <a:gd name="connsiteX80" fmla="*/ 319138 w 6886274"/>
              <a:gd name="connsiteY80" fmla="*/ 718012 h 5025119"/>
              <a:gd name="connsiteX81" fmla="*/ 326583 w 6886274"/>
              <a:gd name="connsiteY81" fmla="*/ 729551 h 5025119"/>
              <a:gd name="connsiteX82" fmla="*/ 349289 w 6886274"/>
              <a:gd name="connsiteY82" fmla="*/ 748163 h 5025119"/>
              <a:gd name="connsiteX83" fmla="*/ 528332 w 6886274"/>
              <a:gd name="connsiteY83" fmla="*/ 1007608 h 5025119"/>
              <a:gd name="connsiteX84" fmla="*/ 766932 w 6886274"/>
              <a:gd name="connsiteY84" fmla="*/ 1222758 h 5025119"/>
              <a:gd name="connsiteX85" fmla="*/ 681319 w 6886274"/>
              <a:gd name="connsiteY85" fmla="*/ 1190746 h 5025119"/>
              <a:gd name="connsiteX86" fmla="*/ 469520 w 6886274"/>
              <a:gd name="connsiteY86" fmla="*/ 1032920 h 5025119"/>
              <a:gd name="connsiteX87" fmla="*/ 325466 w 6886274"/>
              <a:gd name="connsiteY87" fmla="*/ 917900 h 5025119"/>
              <a:gd name="connsiteX88" fmla="*/ 312066 w 6886274"/>
              <a:gd name="connsiteY88" fmla="*/ 903383 h 5025119"/>
              <a:gd name="connsiteX89" fmla="*/ 296805 w 6886274"/>
              <a:gd name="connsiteY89" fmla="*/ 895566 h 5025119"/>
              <a:gd name="connsiteX90" fmla="*/ 288243 w 6886274"/>
              <a:gd name="connsiteY90" fmla="*/ 910828 h 5025119"/>
              <a:gd name="connsiteX91" fmla="*/ 309460 w 6886274"/>
              <a:gd name="connsiteY91" fmla="*/ 971129 h 5025119"/>
              <a:gd name="connsiteX92" fmla="*/ 407729 w 6886274"/>
              <a:gd name="connsiteY92" fmla="*/ 1062698 h 5025119"/>
              <a:gd name="connsiteX93" fmla="*/ 544338 w 6886274"/>
              <a:gd name="connsiteY93" fmla="*/ 1189257 h 5025119"/>
              <a:gd name="connsiteX94" fmla="*/ 454630 w 6886274"/>
              <a:gd name="connsiteY94" fmla="*/ 1120766 h 5025119"/>
              <a:gd name="connsiteX95" fmla="*/ 385396 w 6886274"/>
              <a:gd name="connsiteY95" fmla="*/ 1070515 h 5025119"/>
              <a:gd name="connsiteX96" fmla="*/ 366040 w 6886274"/>
              <a:gd name="connsiteY96" fmla="*/ 1067537 h 5025119"/>
              <a:gd name="connsiteX97" fmla="*/ 361573 w 6886274"/>
              <a:gd name="connsiteY97" fmla="*/ 1086149 h 5025119"/>
              <a:gd name="connsiteX98" fmla="*/ 402146 w 6886274"/>
              <a:gd name="connsiteY98" fmla="*/ 1152778 h 5025119"/>
              <a:gd name="connsiteX99" fmla="*/ 475475 w 6886274"/>
              <a:gd name="connsiteY99" fmla="*/ 1218663 h 5025119"/>
              <a:gd name="connsiteX100" fmla="*/ 393957 w 6886274"/>
              <a:gd name="connsiteY100" fmla="*/ 1201913 h 5025119"/>
              <a:gd name="connsiteX101" fmla="*/ 460586 w 6886274"/>
              <a:gd name="connsiteY101" fmla="*/ 1260353 h 5025119"/>
              <a:gd name="connsiteX102" fmla="*/ 561089 w 6886274"/>
              <a:gd name="connsiteY102" fmla="*/ 1291993 h 5025119"/>
              <a:gd name="connsiteX103" fmla="*/ 602034 w 6886274"/>
              <a:gd name="connsiteY103" fmla="*/ 1328843 h 5025119"/>
              <a:gd name="connsiteX104" fmla="*/ 641863 w 6886274"/>
              <a:gd name="connsiteY104" fmla="*/ 1368672 h 5025119"/>
              <a:gd name="connsiteX105" fmla="*/ 651541 w 6886274"/>
              <a:gd name="connsiteY105" fmla="*/ 1404406 h 5025119"/>
              <a:gd name="connsiteX106" fmla="*/ 688392 w 6886274"/>
              <a:gd name="connsiteY106" fmla="*/ 1457263 h 5025119"/>
              <a:gd name="connsiteX107" fmla="*/ 692486 w 6886274"/>
              <a:gd name="connsiteY107" fmla="*/ 1458008 h 5025119"/>
              <a:gd name="connsiteX108" fmla="*/ 719287 w 6886274"/>
              <a:gd name="connsiteY108" fmla="*/ 1485181 h 5025119"/>
              <a:gd name="connsiteX109" fmla="*/ 745343 w 6886274"/>
              <a:gd name="connsiteY109" fmla="*/ 1512353 h 5025119"/>
              <a:gd name="connsiteX110" fmla="*/ 750926 w 6886274"/>
              <a:gd name="connsiteY110" fmla="*/ 1516448 h 5025119"/>
              <a:gd name="connsiteX111" fmla="*/ 890141 w 6886274"/>
              <a:gd name="connsiteY111" fmla="*/ 1685813 h 5025119"/>
              <a:gd name="connsiteX112" fmla="*/ 899074 w 6886274"/>
              <a:gd name="connsiteY112" fmla="*/ 1693630 h 5025119"/>
              <a:gd name="connsiteX113" fmla="*/ 605012 w 6886274"/>
              <a:gd name="connsiteY113" fmla="*/ 1669435 h 5025119"/>
              <a:gd name="connsiteX114" fmla="*/ 229431 w 6886274"/>
              <a:gd name="connsiteY114" fmla="*/ 1545110 h 5025119"/>
              <a:gd name="connsiteX115" fmla="*/ 251765 w 6886274"/>
              <a:gd name="connsiteY115" fmla="*/ 1614717 h 5025119"/>
              <a:gd name="connsiteX116" fmla="*/ 237992 w 6886274"/>
              <a:gd name="connsiteY116" fmla="*/ 1675391 h 5025119"/>
              <a:gd name="connsiteX117" fmla="*/ 232781 w 6886274"/>
              <a:gd name="connsiteY117" fmla="*/ 1807160 h 5025119"/>
              <a:gd name="connsiteX118" fmla="*/ 236131 w 6886274"/>
              <a:gd name="connsiteY118" fmla="*/ 1828750 h 5025119"/>
              <a:gd name="connsiteX119" fmla="*/ 152007 w 6886274"/>
              <a:gd name="connsiteY119" fmla="*/ 1842150 h 5025119"/>
              <a:gd name="connsiteX120" fmla="*/ 653030 w 6886274"/>
              <a:gd name="connsiteY120" fmla="*/ 2213265 h 5025119"/>
              <a:gd name="connsiteX121" fmla="*/ 318394 w 6886274"/>
              <a:gd name="connsiteY121" fmla="*/ 2143285 h 5025119"/>
              <a:gd name="connsiteX122" fmla="*/ 272982 w 6886274"/>
              <a:gd name="connsiteY122" fmla="*/ 2258305 h 5025119"/>
              <a:gd name="connsiteX123" fmla="*/ 430435 w 6886274"/>
              <a:gd name="connsiteY123" fmla="*/ 2360668 h 5025119"/>
              <a:gd name="connsiteX124" fmla="*/ 488876 w 6886274"/>
              <a:gd name="connsiteY124" fmla="*/ 2563162 h 5025119"/>
              <a:gd name="connsiteX125" fmla="*/ 460586 w 6886274"/>
              <a:gd name="connsiteY125" fmla="*/ 2748533 h 5025119"/>
              <a:gd name="connsiteX126" fmla="*/ 393212 w 6886274"/>
              <a:gd name="connsiteY126" fmla="*/ 2807345 h 5025119"/>
              <a:gd name="connsiteX127" fmla="*/ 295688 w 6886274"/>
              <a:gd name="connsiteY127" fmla="*/ 2913059 h 5025119"/>
              <a:gd name="connsiteX128" fmla="*/ 235386 w 6886274"/>
              <a:gd name="connsiteY128" fmla="*/ 2978572 h 5025119"/>
              <a:gd name="connsiteX129" fmla="*/ 25448 w 6886274"/>
              <a:gd name="connsiteY129" fmla="*/ 2952888 h 5025119"/>
              <a:gd name="connsiteX130" fmla="*/ 305738 w 6886274"/>
              <a:gd name="connsiteY130" fmla="*/ 3119275 h 5025119"/>
              <a:gd name="connsiteX131" fmla="*/ 79049 w 6886274"/>
              <a:gd name="connsiteY131" fmla="*/ 3098430 h 5025119"/>
              <a:gd name="connsiteX132" fmla="*/ 4975 w 6886274"/>
              <a:gd name="connsiteY132" fmla="*/ 3109969 h 5025119"/>
              <a:gd name="connsiteX133" fmla="*/ 47037 w 6886274"/>
              <a:gd name="connsiteY133" fmla="*/ 3163943 h 5025119"/>
              <a:gd name="connsiteX134" fmla="*/ 213425 w 6886274"/>
              <a:gd name="connsiteY134" fmla="*/ 3255139 h 5025119"/>
              <a:gd name="connsiteX135" fmla="*/ 556622 w 6886274"/>
              <a:gd name="connsiteY135" fmla="*/ 3502301 h 5025119"/>
              <a:gd name="connsiteX136" fmla="*/ 224592 w 6886274"/>
              <a:gd name="connsiteY136" fmla="*/ 3388771 h 5025119"/>
              <a:gd name="connsiteX137" fmla="*/ 574861 w 6886274"/>
              <a:gd name="connsiteY137" fmla="*/ 3643004 h 5025119"/>
              <a:gd name="connsiteX138" fmla="*/ 652657 w 6886274"/>
              <a:gd name="connsiteY138" fmla="*/ 3727501 h 5025119"/>
              <a:gd name="connsiteX139" fmla="*/ 810111 w 6886274"/>
              <a:gd name="connsiteY139" fmla="*/ 3937067 h 5025119"/>
              <a:gd name="connsiteX140" fmla="*/ 802294 w 6886274"/>
              <a:gd name="connsiteY140" fmla="*/ 3960890 h 5025119"/>
              <a:gd name="connsiteX141" fmla="*/ 620646 w 6886274"/>
              <a:gd name="connsiteY141" fmla="*/ 3927017 h 5025119"/>
              <a:gd name="connsiteX142" fmla="*/ 856268 w 6886274"/>
              <a:gd name="connsiteY142" fmla="*/ 4103082 h 5025119"/>
              <a:gd name="connsiteX143" fmla="*/ 1099707 w 6886274"/>
              <a:gd name="connsiteY143" fmla="*/ 4238574 h 5025119"/>
              <a:gd name="connsiteX144" fmla="*/ 926992 w 6886274"/>
              <a:gd name="connsiteY144" fmla="*/ 4218102 h 5025119"/>
              <a:gd name="connsiteX145" fmla="*/ 689508 w 6886274"/>
              <a:gd name="connsiteY145" fmla="*/ 4140677 h 5025119"/>
              <a:gd name="connsiteX146" fmla="*/ 606873 w 6886274"/>
              <a:gd name="connsiteY146" fmla="*/ 4169711 h 5025119"/>
              <a:gd name="connsiteX147" fmla="*/ 831701 w 6886274"/>
              <a:gd name="connsiteY147" fmla="*/ 4297759 h 5025119"/>
              <a:gd name="connsiteX148" fmla="*/ 960493 w 6886274"/>
              <a:gd name="connsiteY148" fmla="*/ 4356944 h 5025119"/>
              <a:gd name="connsiteX149" fmla="*/ 1012233 w 6886274"/>
              <a:gd name="connsiteY149" fmla="*/ 4402356 h 5025119"/>
              <a:gd name="connsiteX150" fmla="*/ 1159636 w 6886274"/>
              <a:gd name="connsiteY150" fmla="*/ 4564276 h 5025119"/>
              <a:gd name="connsiteX151" fmla="*/ 1592169 w 6886274"/>
              <a:gd name="connsiteY151" fmla="*/ 4741458 h 5025119"/>
              <a:gd name="connsiteX152" fmla="*/ 3110499 w 6886274"/>
              <a:gd name="connsiteY152" fmla="*/ 5032171 h 5025119"/>
              <a:gd name="connsiteX153" fmla="*/ 6033630 w 6886274"/>
              <a:gd name="connsiteY153" fmla="*/ 4091915 h 5025119"/>
              <a:gd name="connsiteX154" fmla="*/ 6180661 w 6886274"/>
              <a:gd name="connsiteY154" fmla="*/ 3957912 h 5025119"/>
              <a:gd name="connsiteX155" fmla="*/ 6305359 w 6886274"/>
              <a:gd name="connsiteY155" fmla="*/ 3837309 h 5025119"/>
              <a:gd name="connsiteX156" fmla="*/ 6240218 w 6886274"/>
              <a:gd name="connsiteY156" fmla="*/ 3796364 h 5025119"/>
              <a:gd name="connsiteX157" fmla="*/ 6328437 w 6886274"/>
              <a:gd name="connsiteY157" fmla="*/ 3681344 h 5025119"/>
              <a:gd name="connsiteX158" fmla="*/ 6608355 w 6886274"/>
              <a:gd name="connsiteY158" fmla="*/ 3326236 h 5025119"/>
              <a:gd name="connsiteX159" fmla="*/ 6731191 w 6886274"/>
              <a:gd name="connsiteY159" fmla="*/ 3248067 h 5025119"/>
              <a:gd name="connsiteX160" fmla="*/ 6880456 w 6886274"/>
              <a:gd name="connsiteY160" fmla="*/ 3051529 h 5025119"/>
              <a:gd name="connsiteX161" fmla="*/ 6901673 w 6886274"/>
              <a:gd name="connsiteY161" fmla="*/ 2763795 h 5025119"/>
              <a:gd name="connsiteX162" fmla="*/ 6871150 w 6886274"/>
              <a:gd name="connsiteY162" fmla="*/ 2948421 h 5025119"/>
              <a:gd name="connsiteX163" fmla="*/ 6848444 w 6886274"/>
              <a:gd name="connsiteY163" fmla="*/ 2890353 h 5025119"/>
              <a:gd name="connsiteX164" fmla="*/ 6878223 w 6886274"/>
              <a:gd name="connsiteY164" fmla="*/ 2873230 h 5025119"/>
              <a:gd name="connsiteX165" fmla="*/ 6762459 w 6886274"/>
              <a:gd name="connsiteY165" fmla="*/ 2568745 h 5025119"/>
              <a:gd name="connsiteX166" fmla="*/ 6673123 w 6886274"/>
              <a:gd name="connsiteY166" fmla="*/ 2451493 h 5025119"/>
              <a:gd name="connsiteX167" fmla="*/ 6662700 w 6886274"/>
              <a:gd name="connsiteY167" fmla="*/ 2346896 h 5025119"/>
              <a:gd name="connsiteX168" fmla="*/ 6487752 w 6886274"/>
              <a:gd name="connsiteY168" fmla="*/ 2285105 h 5025119"/>
              <a:gd name="connsiteX169" fmla="*/ 6652278 w 6886274"/>
              <a:gd name="connsiteY169" fmla="*/ 2063628 h 5025119"/>
              <a:gd name="connsiteX170" fmla="*/ 6668656 w 6886274"/>
              <a:gd name="connsiteY170" fmla="*/ 2017843 h 5025119"/>
              <a:gd name="connsiteX171" fmla="*/ 6570015 w 6886274"/>
              <a:gd name="connsiteY171" fmla="*/ 1854062 h 5025119"/>
              <a:gd name="connsiteX172" fmla="*/ 6554009 w 6886274"/>
              <a:gd name="connsiteY172" fmla="*/ 1827633 h 5025119"/>
              <a:gd name="connsiteX173" fmla="*/ 6517531 w 6886274"/>
              <a:gd name="connsiteY173" fmla="*/ 1775149 h 5025119"/>
              <a:gd name="connsiteX174" fmla="*/ 6412934 w 6886274"/>
              <a:gd name="connsiteY174" fmla="*/ 1762493 h 5025119"/>
              <a:gd name="connsiteX175" fmla="*/ 6467279 w 6886274"/>
              <a:gd name="connsiteY175" fmla="*/ 1725642 h 5025119"/>
              <a:gd name="connsiteX176" fmla="*/ 6572621 w 6886274"/>
              <a:gd name="connsiteY176" fmla="*/ 1600200 h 5025119"/>
              <a:gd name="connsiteX177" fmla="*/ 6502641 w 6886274"/>
              <a:gd name="connsiteY177" fmla="*/ 1480341 h 5025119"/>
              <a:gd name="connsiteX178" fmla="*/ 6481796 w 6886274"/>
              <a:gd name="connsiteY178" fmla="*/ 1461358 h 5025119"/>
              <a:gd name="connsiteX179" fmla="*/ 6509713 w 6886274"/>
              <a:gd name="connsiteY179" fmla="*/ 1436418 h 5025119"/>
              <a:gd name="connsiteX180" fmla="*/ 6567037 w 6886274"/>
              <a:gd name="connsiteY180" fmla="*/ 1348199 h 5025119"/>
              <a:gd name="connsiteX181" fmla="*/ 6596816 w 6886274"/>
              <a:gd name="connsiteY181" fmla="*/ 1286781 h 5025119"/>
              <a:gd name="connsiteX182" fmla="*/ 6632178 w 6886274"/>
              <a:gd name="connsiteY182" fmla="*/ 1261842 h 5025119"/>
              <a:gd name="connsiteX183" fmla="*/ 6639994 w 6886274"/>
              <a:gd name="connsiteY183" fmla="*/ 1240625 h 5025119"/>
              <a:gd name="connsiteX184" fmla="*/ 6622127 w 6886274"/>
              <a:gd name="connsiteY184" fmla="*/ 1136400 h 5025119"/>
              <a:gd name="connsiteX185" fmla="*/ 6612077 w 6886274"/>
              <a:gd name="connsiteY185" fmla="*/ 1109599 h 5025119"/>
              <a:gd name="connsiteX186" fmla="*/ 6531675 w 6886274"/>
              <a:gd name="connsiteY186" fmla="*/ 1009469 h 5025119"/>
              <a:gd name="connsiteX187" fmla="*/ 6456113 w 6886274"/>
              <a:gd name="connsiteY187" fmla="*/ 845315 h 5025119"/>
              <a:gd name="connsiteX188" fmla="*/ 6440851 w 6886274"/>
              <a:gd name="connsiteY188" fmla="*/ 739229 h 5025119"/>
              <a:gd name="connsiteX189" fmla="*/ 6434523 w 6886274"/>
              <a:gd name="connsiteY189" fmla="*/ 715034 h 5025119"/>
              <a:gd name="connsiteX190" fmla="*/ 6432290 w 6886274"/>
              <a:gd name="connsiteY190" fmla="*/ 617510 h 5025119"/>
              <a:gd name="connsiteX191" fmla="*/ 6416284 w 6886274"/>
              <a:gd name="connsiteY191" fmla="*/ 595176 h 5025119"/>
              <a:gd name="connsiteX192" fmla="*/ 6267763 w 6886274"/>
              <a:gd name="connsiteY192" fmla="*/ 591826 h 5025119"/>
              <a:gd name="connsiteX193" fmla="*/ 6236496 w 6886274"/>
              <a:gd name="connsiteY193" fmla="*/ 521102 h 5025119"/>
              <a:gd name="connsiteX194" fmla="*/ 6257341 w 6886274"/>
              <a:gd name="connsiteY194" fmla="*/ 487229 h 5025119"/>
              <a:gd name="connsiteX195" fmla="*/ 6248780 w 6886274"/>
              <a:gd name="connsiteY195" fmla="*/ 465267 h 5025119"/>
              <a:gd name="connsiteX196" fmla="*/ 6226818 w 6886274"/>
              <a:gd name="connsiteY196" fmla="*/ 473456 h 5025119"/>
              <a:gd name="connsiteX197" fmla="*/ 6115149 w 6886274"/>
              <a:gd name="connsiteY197" fmla="*/ 551625 h 5025119"/>
              <a:gd name="connsiteX198" fmla="*/ 5951739 w 6886274"/>
              <a:gd name="connsiteY198" fmla="*/ 659944 h 5025119"/>
              <a:gd name="connsiteX199" fmla="*/ 5917122 w 6886274"/>
              <a:gd name="connsiteY199" fmla="*/ 644310 h 5025119"/>
              <a:gd name="connsiteX200" fmla="*/ 5890694 w 6886274"/>
              <a:gd name="connsiteY200" fmla="*/ 630538 h 5025119"/>
              <a:gd name="connsiteX201" fmla="*/ 5837464 w 6886274"/>
              <a:gd name="connsiteY201" fmla="*/ 646916 h 5025119"/>
              <a:gd name="connsiteX202" fmla="*/ 5809175 w 6886274"/>
              <a:gd name="connsiteY202" fmla="*/ 683395 h 5025119"/>
              <a:gd name="connsiteX203" fmla="*/ 5815503 w 6886274"/>
              <a:gd name="connsiteY203" fmla="*/ 698656 h 5025119"/>
              <a:gd name="connsiteX204" fmla="*/ 5746268 w 6886274"/>
              <a:gd name="connsiteY204" fmla="*/ 667389 h 5025119"/>
              <a:gd name="connsiteX205" fmla="*/ 5458905 w 6886274"/>
              <a:gd name="connsiteY205" fmla="*/ 754119 h 5025119"/>
              <a:gd name="connsiteX206" fmla="*/ 885302 w 6886274"/>
              <a:gd name="connsiteY206" fmla="*/ 1333310 h 5025119"/>
              <a:gd name="connsiteX207" fmla="*/ 862596 w 6886274"/>
              <a:gd name="connsiteY207" fmla="*/ 1314326 h 5025119"/>
              <a:gd name="connsiteX208" fmla="*/ 866318 w 6886274"/>
              <a:gd name="connsiteY208" fmla="*/ 1309860 h 5025119"/>
              <a:gd name="connsiteX209" fmla="*/ 912103 w 6886274"/>
              <a:gd name="connsiteY209" fmla="*/ 1341127 h 5025119"/>
              <a:gd name="connsiteX210" fmla="*/ 885302 w 6886274"/>
              <a:gd name="connsiteY210" fmla="*/ 1333310 h 5025119"/>
              <a:gd name="connsiteX211" fmla="*/ 1140280 w 6886274"/>
              <a:gd name="connsiteY211" fmla="*/ 787619 h 5025119"/>
              <a:gd name="connsiteX212" fmla="*/ 1414987 w 6886274"/>
              <a:gd name="connsiteY212" fmla="*/ 975596 h 5025119"/>
              <a:gd name="connsiteX213" fmla="*/ 1410892 w 6886274"/>
              <a:gd name="connsiteY213" fmla="*/ 980063 h 5025119"/>
              <a:gd name="connsiteX214" fmla="*/ 1140280 w 6886274"/>
              <a:gd name="connsiteY214" fmla="*/ 787619 h 502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Lst>
            <a:rect l="l" t="t" r="r" b="b"/>
            <a:pathLst>
              <a:path w="6886274" h="5025119">
                <a:moveTo>
                  <a:pt x="5458905" y="754119"/>
                </a:moveTo>
                <a:cubicBezTo>
                  <a:pt x="5417216" y="775336"/>
                  <a:pt x="4594585" y="1111088"/>
                  <a:pt x="3455557" y="1027709"/>
                </a:cubicBezTo>
                <a:cubicBezTo>
                  <a:pt x="3415356" y="1024731"/>
                  <a:pt x="3377389" y="1022869"/>
                  <a:pt x="3338677" y="1021381"/>
                </a:cubicBezTo>
                <a:cubicBezTo>
                  <a:pt x="2996224" y="1006119"/>
                  <a:pt x="2660100" y="998674"/>
                  <a:pt x="2518280" y="980435"/>
                </a:cubicBezTo>
                <a:cubicBezTo>
                  <a:pt x="2407355" y="965918"/>
                  <a:pt x="1840075" y="843082"/>
                  <a:pt x="1673687" y="739229"/>
                </a:cubicBezTo>
                <a:cubicBezTo>
                  <a:pt x="1503578" y="632771"/>
                  <a:pt x="1343146" y="515146"/>
                  <a:pt x="1183459" y="397149"/>
                </a:cubicBezTo>
                <a:cubicBezTo>
                  <a:pt x="1114224" y="346153"/>
                  <a:pt x="1040522" y="299624"/>
                  <a:pt x="977987" y="241184"/>
                </a:cubicBezTo>
                <a:cubicBezTo>
                  <a:pt x="915453" y="182372"/>
                  <a:pt x="855896" y="121326"/>
                  <a:pt x="788150" y="66980"/>
                </a:cubicBezTo>
                <a:cubicBezTo>
                  <a:pt x="768794" y="51346"/>
                  <a:pt x="749438" y="34596"/>
                  <a:pt x="721148" y="31990"/>
                </a:cubicBezTo>
                <a:cubicBezTo>
                  <a:pt x="714820" y="31246"/>
                  <a:pt x="708120" y="31618"/>
                  <a:pt x="701792" y="32362"/>
                </a:cubicBezTo>
                <a:cubicBezTo>
                  <a:pt x="694720" y="33107"/>
                  <a:pt x="689136" y="36829"/>
                  <a:pt x="686530" y="43157"/>
                </a:cubicBezTo>
                <a:cubicBezTo>
                  <a:pt x="683925" y="50230"/>
                  <a:pt x="688392" y="54324"/>
                  <a:pt x="693603" y="58046"/>
                </a:cubicBezTo>
                <a:cubicBezTo>
                  <a:pt x="697325" y="60652"/>
                  <a:pt x="701047" y="64747"/>
                  <a:pt x="705886" y="65491"/>
                </a:cubicBezTo>
                <a:cubicBezTo>
                  <a:pt x="736782" y="69958"/>
                  <a:pt x="748321" y="92664"/>
                  <a:pt x="762838" y="112764"/>
                </a:cubicBezTo>
                <a:cubicBezTo>
                  <a:pt x="769166" y="121326"/>
                  <a:pt x="775866" y="128026"/>
                  <a:pt x="764327" y="140309"/>
                </a:cubicBezTo>
                <a:cubicBezTo>
                  <a:pt x="754277" y="151104"/>
                  <a:pt x="764699" y="156688"/>
                  <a:pt x="775121" y="159666"/>
                </a:cubicBezTo>
                <a:cubicBezTo>
                  <a:pt x="789638" y="163760"/>
                  <a:pt x="806761" y="163016"/>
                  <a:pt x="823139" y="176416"/>
                </a:cubicBezTo>
                <a:cubicBezTo>
                  <a:pt x="761721" y="177533"/>
                  <a:pt x="735665" y="142171"/>
                  <a:pt x="707748" y="109414"/>
                </a:cubicBezTo>
                <a:cubicBezTo>
                  <a:pt x="697325" y="97503"/>
                  <a:pt x="690253" y="83358"/>
                  <a:pt x="681319" y="69958"/>
                </a:cubicBezTo>
                <a:cubicBezTo>
                  <a:pt x="670152" y="53580"/>
                  <a:pt x="657124" y="52835"/>
                  <a:pt x="640746" y="67352"/>
                </a:cubicBezTo>
                <a:cubicBezTo>
                  <a:pt x="626229" y="80380"/>
                  <a:pt x="619157" y="79264"/>
                  <a:pt x="614318" y="61396"/>
                </a:cubicBezTo>
                <a:cubicBezTo>
                  <a:pt x="606873" y="33479"/>
                  <a:pt x="589750" y="13751"/>
                  <a:pt x="560716" y="3701"/>
                </a:cubicBezTo>
                <a:cubicBezTo>
                  <a:pt x="554388" y="1467"/>
                  <a:pt x="546572" y="-3372"/>
                  <a:pt x="540616" y="3701"/>
                </a:cubicBezTo>
                <a:cubicBezTo>
                  <a:pt x="535405" y="9656"/>
                  <a:pt x="539871" y="16729"/>
                  <a:pt x="543594" y="21940"/>
                </a:cubicBezTo>
                <a:cubicBezTo>
                  <a:pt x="550294" y="31246"/>
                  <a:pt x="556250" y="40179"/>
                  <a:pt x="558855" y="51346"/>
                </a:cubicBezTo>
                <a:cubicBezTo>
                  <a:pt x="560716" y="58791"/>
                  <a:pt x="562578" y="66980"/>
                  <a:pt x="557366" y="72563"/>
                </a:cubicBezTo>
                <a:cubicBezTo>
                  <a:pt x="535777" y="96386"/>
                  <a:pt x="551411" y="107553"/>
                  <a:pt x="570022" y="120209"/>
                </a:cubicBezTo>
                <a:cubicBezTo>
                  <a:pt x="595706" y="137332"/>
                  <a:pt x="605756" y="162643"/>
                  <a:pt x="599801" y="192794"/>
                </a:cubicBezTo>
                <a:cubicBezTo>
                  <a:pt x="597567" y="205078"/>
                  <a:pt x="599056" y="212522"/>
                  <a:pt x="614318" y="212150"/>
                </a:cubicBezTo>
                <a:cubicBezTo>
                  <a:pt x="620273" y="212150"/>
                  <a:pt x="621762" y="216245"/>
                  <a:pt x="623996" y="220711"/>
                </a:cubicBezTo>
                <a:cubicBezTo>
                  <a:pt x="671641" y="326053"/>
                  <a:pt x="740504" y="418366"/>
                  <a:pt x="821278" y="503235"/>
                </a:cubicBezTo>
                <a:cubicBezTo>
                  <a:pt x="886791" y="572098"/>
                  <a:pt x="959004" y="634260"/>
                  <a:pt x="1033822" y="694562"/>
                </a:cubicBezTo>
                <a:cubicBezTo>
                  <a:pt x="1036055" y="696423"/>
                  <a:pt x="1038289" y="698656"/>
                  <a:pt x="1039406" y="702378"/>
                </a:cubicBezTo>
                <a:cubicBezTo>
                  <a:pt x="1004044" y="694934"/>
                  <a:pt x="973521" y="679672"/>
                  <a:pt x="944114" y="662550"/>
                </a:cubicBezTo>
                <a:cubicBezTo>
                  <a:pt x="865946" y="617138"/>
                  <a:pt x="800061" y="558325"/>
                  <a:pt x="733432" y="500629"/>
                </a:cubicBezTo>
                <a:cubicBezTo>
                  <a:pt x="692858" y="465267"/>
                  <a:pt x="651169" y="431022"/>
                  <a:pt x="606501" y="399755"/>
                </a:cubicBezTo>
                <a:cubicBezTo>
                  <a:pt x="599056" y="394543"/>
                  <a:pt x="593845" y="387843"/>
                  <a:pt x="588634" y="381143"/>
                </a:cubicBezTo>
                <a:cubicBezTo>
                  <a:pt x="585656" y="377421"/>
                  <a:pt x="581934" y="374071"/>
                  <a:pt x="575978" y="375560"/>
                </a:cubicBezTo>
                <a:cubicBezTo>
                  <a:pt x="568533" y="377421"/>
                  <a:pt x="567789" y="383004"/>
                  <a:pt x="567044" y="388588"/>
                </a:cubicBezTo>
                <a:cubicBezTo>
                  <a:pt x="564811" y="406455"/>
                  <a:pt x="569650" y="422461"/>
                  <a:pt x="578956" y="437722"/>
                </a:cubicBezTo>
                <a:cubicBezTo>
                  <a:pt x="603151" y="476806"/>
                  <a:pt x="638885" y="506957"/>
                  <a:pt x="675736" y="535619"/>
                </a:cubicBezTo>
                <a:cubicBezTo>
                  <a:pt x="723381" y="572470"/>
                  <a:pt x="769538" y="610810"/>
                  <a:pt x="811600" y="652872"/>
                </a:cubicBezTo>
                <a:cubicBezTo>
                  <a:pt x="814578" y="655850"/>
                  <a:pt x="820161" y="657711"/>
                  <a:pt x="818300" y="666272"/>
                </a:cubicBezTo>
                <a:cubicBezTo>
                  <a:pt x="791872" y="646544"/>
                  <a:pt x="766932" y="627188"/>
                  <a:pt x="741621" y="608576"/>
                </a:cubicBezTo>
                <a:cubicBezTo>
                  <a:pt x="716681" y="589965"/>
                  <a:pt x="691369" y="571353"/>
                  <a:pt x="666430" y="553114"/>
                </a:cubicBezTo>
                <a:cubicBezTo>
                  <a:pt x="660474" y="548647"/>
                  <a:pt x="654146" y="542319"/>
                  <a:pt x="645585" y="547903"/>
                </a:cubicBezTo>
                <a:cubicBezTo>
                  <a:pt x="636652" y="553486"/>
                  <a:pt x="637768" y="562792"/>
                  <a:pt x="640002" y="570236"/>
                </a:cubicBezTo>
                <a:cubicBezTo>
                  <a:pt x="647074" y="592198"/>
                  <a:pt x="659358" y="611554"/>
                  <a:pt x="675736" y="628677"/>
                </a:cubicBezTo>
                <a:cubicBezTo>
                  <a:pt x="731570" y="685256"/>
                  <a:pt x="795966" y="734018"/>
                  <a:pt x="855896" y="786875"/>
                </a:cubicBezTo>
                <a:cubicBezTo>
                  <a:pt x="888280" y="815537"/>
                  <a:pt x="918058" y="846060"/>
                  <a:pt x="946348" y="877699"/>
                </a:cubicBezTo>
                <a:cubicBezTo>
                  <a:pt x="952676" y="884772"/>
                  <a:pt x="952303" y="891472"/>
                  <a:pt x="950442" y="899661"/>
                </a:cubicBezTo>
                <a:cubicBezTo>
                  <a:pt x="942998" y="932790"/>
                  <a:pt x="954537" y="943957"/>
                  <a:pt x="991760" y="937629"/>
                </a:cubicBezTo>
                <a:cubicBezTo>
                  <a:pt x="1003299" y="935767"/>
                  <a:pt x="1011116" y="937629"/>
                  <a:pt x="1018188" y="945445"/>
                </a:cubicBezTo>
                <a:cubicBezTo>
                  <a:pt x="1103802" y="1042225"/>
                  <a:pt x="1205048" y="1123744"/>
                  <a:pt x="1315601" y="1196329"/>
                </a:cubicBezTo>
                <a:cubicBezTo>
                  <a:pt x="1360641" y="1225735"/>
                  <a:pt x="1407170" y="1253653"/>
                  <a:pt x="1454443" y="1279709"/>
                </a:cubicBezTo>
                <a:cubicBezTo>
                  <a:pt x="1454443" y="1281570"/>
                  <a:pt x="1454443" y="1283804"/>
                  <a:pt x="1454443" y="1285665"/>
                </a:cubicBezTo>
                <a:cubicBezTo>
                  <a:pt x="1454071" y="1288270"/>
                  <a:pt x="1453699" y="1289759"/>
                  <a:pt x="1453327" y="1291993"/>
                </a:cubicBezTo>
                <a:cubicBezTo>
                  <a:pt x="1386697" y="1251792"/>
                  <a:pt x="1320812" y="1210474"/>
                  <a:pt x="1256416" y="1166923"/>
                </a:cubicBezTo>
                <a:cubicBezTo>
                  <a:pt x="1081840" y="1048926"/>
                  <a:pt x="915080" y="922367"/>
                  <a:pt x="745715" y="798786"/>
                </a:cubicBezTo>
                <a:cubicBezTo>
                  <a:pt x="688764" y="757096"/>
                  <a:pt x="643724" y="703867"/>
                  <a:pt x="592356" y="656966"/>
                </a:cubicBezTo>
                <a:cubicBezTo>
                  <a:pt x="558111" y="625699"/>
                  <a:pt x="525354" y="592943"/>
                  <a:pt x="485526" y="567259"/>
                </a:cubicBezTo>
                <a:cubicBezTo>
                  <a:pt x="469148" y="556836"/>
                  <a:pt x="452025" y="547530"/>
                  <a:pt x="430063" y="550136"/>
                </a:cubicBezTo>
                <a:cubicBezTo>
                  <a:pt x="421502" y="551253"/>
                  <a:pt x="411824" y="553486"/>
                  <a:pt x="408846" y="563164"/>
                </a:cubicBezTo>
                <a:cubicBezTo>
                  <a:pt x="406240" y="572842"/>
                  <a:pt x="414057" y="577309"/>
                  <a:pt x="421130" y="581403"/>
                </a:cubicBezTo>
                <a:cubicBezTo>
                  <a:pt x="422991" y="582520"/>
                  <a:pt x="424852" y="584009"/>
                  <a:pt x="426713" y="584009"/>
                </a:cubicBezTo>
                <a:cubicBezTo>
                  <a:pt x="462075" y="586242"/>
                  <a:pt x="470264" y="614532"/>
                  <a:pt x="487015" y="635005"/>
                </a:cubicBezTo>
                <a:cubicBezTo>
                  <a:pt x="492226" y="641333"/>
                  <a:pt x="492598" y="647661"/>
                  <a:pt x="487015" y="655105"/>
                </a:cubicBezTo>
                <a:cubicBezTo>
                  <a:pt x="476964" y="668505"/>
                  <a:pt x="484037" y="674461"/>
                  <a:pt x="497437" y="678183"/>
                </a:cubicBezTo>
                <a:cubicBezTo>
                  <a:pt x="510837" y="681906"/>
                  <a:pt x="525354" y="683022"/>
                  <a:pt x="539871" y="691584"/>
                </a:cubicBezTo>
                <a:cubicBezTo>
                  <a:pt x="516793" y="698656"/>
                  <a:pt x="500787" y="691212"/>
                  <a:pt x="485898" y="681906"/>
                </a:cubicBezTo>
                <a:cubicBezTo>
                  <a:pt x="452397" y="661433"/>
                  <a:pt x="430808" y="631282"/>
                  <a:pt x="410335" y="600387"/>
                </a:cubicBezTo>
                <a:cubicBezTo>
                  <a:pt x="406240" y="594431"/>
                  <a:pt x="402890" y="587731"/>
                  <a:pt x="397307" y="582892"/>
                </a:cubicBezTo>
                <a:cubicBezTo>
                  <a:pt x="386884" y="573214"/>
                  <a:pt x="375717" y="572098"/>
                  <a:pt x="363062" y="584009"/>
                </a:cubicBezTo>
                <a:cubicBezTo>
                  <a:pt x="346311" y="599643"/>
                  <a:pt x="340356" y="598526"/>
                  <a:pt x="334772" y="578426"/>
                </a:cubicBezTo>
                <a:cubicBezTo>
                  <a:pt x="327327" y="551253"/>
                  <a:pt x="310577" y="532269"/>
                  <a:pt x="281915" y="522219"/>
                </a:cubicBezTo>
                <a:cubicBezTo>
                  <a:pt x="275960" y="519985"/>
                  <a:pt x="269632" y="517007"/>
                  <a:pt x="263304" y="521846"/>
                </a:cubicBezTo>
                <a:cubicBezTo>
                  <a:pt x="256604" y="527430"/>
                  <a:pt x="261070" y="533013"/>
                  <a:pt x="263676" y="538225"/>
                </a:cubicBezTo>
                <a:cubicBezTo>
                  <a:pt x="267398" y="546414"/>
                  <a:pt x="271865" y="554603"/>
                  <a:pt x="275215" y="563164"/>
                </a:cubicBezTo>
                <a:cubicBezTo>
                  <a:pt x="281171" y="576937"/>
                  <a:pt x="282288" y="591454"/>
                  <a:pt x="271121" y="604854"/>
                </a:cubicBezTo>
                <a:cubicBezTo>
                  <a:pt x="262931" y="614532"/>
                  <a:pt x="263676" y="620860"/>
                  <a:pt x="274471" y="627560"/>
                </a:cubicBezTo>
                <a:cubicBezTo>
                  <a:pt x="309088" y="648405"/>
                  <a:pt x="331050" y="675578"/>
                  <a:pt x="319138" y="718012"/>
                </a:cubicBezTo>
                <a:cubicBezTo>
                  <a:pt x="317277" y="723968"/>
                  <a:pt x="319511" y="729924"/>
                  <a:pt x="326583" y="729551"/>
                </a:cubicBezTo>
                <a:cubicBezTo>
                  <a:pt x="342217" y="728435"/>
                  <a:pt x="344822" y="738113"/>
                  <a:pt x="349289" y="748163"/>
                </a:cubicBezTo>
                <a:cubicBezTo>
                  <a:pt x="392840" y="844571"/>
                  <a:pt x="455747" y="928695"/>
                  <a:pt x="528332" y="1007608"/>
                </a:cubicBezTo>
                <a:cubicBezTo>
                  <a:pt x="600173" y="1085777"/>
                  <a:pt x="680947" y="1155756"/>
                  <a:pt x="766932" y="1222758"/>
                </a:cubicBezTo>
                <a:cubicBezTo>
                  <a:pt x="742737" y="1220524"/>
                  <a:pt x="711470" y="1206752"/>
                  <a:pt x="681319" y="1190746"/>
                </a:cubicBezTo>
                <a:cubicBezTo>
                  <a:pt x="601662" y="1147939"/>
                  <a:pt x="536149" y="1089871"/>
                  <a:pt x="469520" y="1032920"/>
                </a:cubicBezTo>
                <a:cubicBezTo>
                  <a:pt x="422991" y="993091"/>
                  <a:pt x="377579" y="952146"/>
                  <a:pt x="325466" y="917900"/>
                </a:cubicBezTo>
                <a:cubicBezTo>
                  <a:pt x="319511" y="914178"/>
                  <a:pt x="315416" y="909339"/>
                  <a:pt x="312066" y="903383"/>
                </a:cubicBezTo>
                <a:cubicBezTo>
                  <a:pt x="309088" y="898172"/>
                  <a:pt x="304621" y="893333"/>
                  <a:pt x="296805" y="895566"/>
                </a:cubicBezTo>
                <a:cubicBezTo>
                  <a:pt x="288988" y="898172"/>
                  <a:pt x="288243" y="904872"/>
                  <a:pt x="288243" y="910828"/>
                </a:cubicBezTo>
                <a:cubicBezTo>
                  <a:pt x="289360" y="933162"/>
                  <a:pt x="295688" y="953262"/>
                  <a:pt x="309460" y="971129"/>
                </a:cubicBezTo>
                <a:cubicBezTo>
                  <a:pt x="336261" y="1006864"/>
                  <a:pt x="371995" y="1034781"/>
                  <a:pt x="407729" y="1062698"/>
                </a:cubicBezTo>
                <a:cubicBezTo>
                  <a:pt x="457236" y="1101038"/>
                  <a:pt x="503021" y="1142728"/>
                  <a:pt x="544338" y="1189257"/>
                </a:cubicBezTo>
                <a:cubicBezTo>
                  <a:pt x="514560" y="1166551"/>
                  <a:pt x="484781" y="1143472"/>
                  <a:pt x="454630" y="1120766"/>
                </a:cubicBezTo>
                <a:cubicBezTo>
                  <a:pt x="431924" y="1103644"/>
                  <a:pt x="408474" y="1087265"/>
                  <a:pt x="385396" y="1070515"/>
                </a:cubicBezTo>
                <a:cubicBezTo>
                  <a:pt x="379812" y="1066421"/>
                  <a:pt x="373856" y="1061954"/>
                  <a:pt x="366040" y="1067537"/>
                </a:cubicBezTo>
                <a:cubicBezTo>
                  <a:pt x="358967" y="1072376"/>
                  <a:pt x="360084" y="1079449"/>
                  <a:pt x="361573" y="1086149"/>
                </a:cubicBezTo>
                <a:cubicBezTo>
                  <a:pt x="367156" y="1112577"/>
                  <a:pt x="382790" y="1133794"/>
                  <a:pt x="402146" y="1152778"/>
                </a:cubicBezTo>
                <a:cubicBezTo>
                  <a:pt x="425596" y="1175484"/>
                  <a:pt x="450164" y="1197074"/>
                  <a:pt x="475475" y="1218663"/>
                </a:cubicBezTo>
                <a:cubicBezTo>
                  <a:pt x="448303" y="1212707"/>
                  <a:pt x="421130" y="1206752"/>
                  <a:pt x="393957" y="1201913"/>
                </a:cubicBezTo>
                <a:cubicBezTo>
                  <a:pt x="406240" y="1245091"/>
                  <a:pt x="434902" y="1253653"/>
                  <a:pt x="460586" y="1260353"/>
                </a:cubicBezTo>
                <a:cubicBezTo>
                  <a:pt x="495204" y="1268914"/>
                  <a:pt x="528332" y="1279709"/>
                  <a:pt x="561089" y="1291993"/>
                </a:cubicBezTo>
                <a:cubicBezTo>
                  <a:pt x="574861" y="1304276"/>
                  <a:pt x="588634" y="1316188"/>
                  <a:pt x="602034" y="1328843"/>
                </a:cubicBezTo>
                <a:cubicBezTo>
                  <a:pt x="615807" y="1341872"/>
                  <a:pt x="628835" y="1354900"/>
                  <a:pt x="641863" y="1368672"/>
                </a:cubicBezTo>
                <a:cubicBezTo>
                  <a:pt x="651169" y="1378722"/>
                  <a:pt x="662335" y="1387284"/>
                  <a:pt x="651541" y="1404406"/>
                </a:cubicBezTo>
                <a:cubicBezTo>
                  <a:pt x="646702" y="1412223"/>
                  <a:pt x="678341" y="1454658"/>
                  <a:pt x="688392" y="1457263"/>
                </a:cubicBezTo>
                <a:cubicBezTo>
                  <a:pt x="689881" y="1457635"/>
                  <a:pt x="691369" y="1458008"/>
                  <a:pt x="692486" y="1458008"/>
                </a:cubicBezTo>
                <a:cubicBezTo>
                  <a:pt x="714076" y="1456519"/>
                  <a:pt x="718915" y="1469175"/>
                  <a:pt x="719287" y="1485181"/>
                </a:cubicBezTo>
                <a:cubicBezTo>
                  <a:pt x="719659" y="1500814"/>
                  <a:pt x="715937" y="1520170"/>
                  <a:pt x="745343" y="1512353"/>
                </a:cubicBezTo>
                <a:cubicBezTo>
                  <a:pt x="748693" y="1511609"/>
                  <a:pt x="749438" y="1513842"/>
                  <a:pt x="750926" y="1516448"/>
                </a:cubicBezTo>
                <a:cubicBezTo>
                  <a:pt x="782938" y="1583077"/>
                  <a:pt x="836912" y="1634445"/>
                  <a:pt x="890141" y="1685813"/>
                </a:cubicBezTo>
                <a:cubicBezTo>
                  <a:pt x="893119" y="1688419"/>
                  <a:pt x="896097" y="1691024"/>
                  <a:pt x="899074" y="1693630"/>
                </a:cubicBezTo>
                <a:cubicBezTo>
                  <a:pt x="843240" y="1680602"/>
                  <a:pt x="658985" y="1663851"/>
                  <a:pt x="605012" y="1669435"/>
                </a:cubicBezTo>
                <a:cubicBezTo>
                  <a:pt x="556994" y="1674274"/>
                  <a:pt x="285638" y="1593128"/>
                  <a:pt x="229431" y="1545110"/>
                </a:cubicBezTo>
                <a:cubicBezTo>
                  <a:pt x="221614" y="1582705"/>
                  <a:pt x="238364" y="1597594"/>
                  <a:pt x="251765" y="1614717"/>
                </a:cubicBezTo>
                <a:cubicBezTo>
                  <a:pt x="270748" y="1638912"/>
                  <a:pt x="273726" y="1656035"/>
                  <a:pt x="237992" y="1675391"/>
                </a:cubicBezTo>
                <a:cubicBezTo>
                  <a:pt x="135628" y="1730481"/>
                  <a:pt x="136745" y="1732342"/>
                  <a:pt x="232781" y="1807160"/>
                </a:cubicBezTo>
                <a:cubicBezTo>
                  <a:pt x="237248" y="1810511"/>
                  <a:pt x="235014" y="1821305"/>
                  <a:pt x="236131" y="1828750"/>
                </a:cubicBezTo>
                <a:cubicBezTo>
                  <a:pt x="211191" y="1839917"/>
                  <a:pt x="181785" y="1810883"/>
                  <a:pt x="152007" y="1842150"/>
                </a:cubicBezTo>
                <a:cubicBezTo>
                  <a:pt x="280426" y="1979503"/>
                  <a:pt x="475848" y="2110157"/>
                  <a:pt x="653030" y="2213265"/>
                </a:cubicBezTo>
                <a:cubicBezTo>
                  <a:pt x="509721" y="2247138"/>
                  <a:pt x="423735" y="2128024"/>
                  <a:pt x="318394" y="2143285"/>
                </a:cubicBezTo>
                <a:cubicBezTo>
                  <a:pt x="265909" y="2180508"/>
                  <a:pt x="422246" y="2240810"/>
                  <a:pt x="272982" y="2258305"/>
                </a:cubicBezTo>
                <a:cubicBezTo>
                  <a:pt x="337750" y="2291061"/>
                  <a:pt x="385768" y="2323073"/>
                  <a:pt x="430435" y="2360668"/>
                </a:cubicBezTo>
                <a:cubicBezTo>
                  <a:pt x="509721" y="2428042"/>
                  <a:pt x="525354" y="2472710"/>
                  <a:pt x="488876" y="2563162"/>
                </a:cubicBezTo>
                <a:cubicBezTo>
                  <a:pt x="464681" y="2622719"/>
                  <a:pt x="429691" y="2677437"/>
                  <a:pt x="460586" y="2748533"/>
                </a:cubicBezTo>
                <a:cubicBezTo>
                  <a:pt x="481803" y="2797295"/>
                  <a:pt x="473614" y="2829307"/>
                  <a:pt x="393212" y="2807345"/>
                </a:cubicBezTo>
                <a:cubicBezTo>
                  <a:pt x="306483" y="2783895"/>
                  <a:pt x="273726" y="2827818"/>
                  <a:pt x="295688" y="2913059"/>
                </a:cubicBezTo>
                <a:cubicBezTo>
                  <a:pt x="309833" y="2967777"/>
                  <a:pt x="294943" y="2984900"/>
                  <a:pt x="235386" y="2978572"/>
                </a:cubicBezTo>
                <a:cubicBezTo>
                  <a:pt x="169501" y="2971499"/>
                  <a:pt x="106967" y="2935765"/>
                  <a:pt x="25448" y="2952888"/>
                </a:cubicBezTo>
                <a:cubicBezTo>
                  <a:pt x="90588" y="3052646"/>
                  <a:pt x="229803" y="3024356"/>
                  <a:pt x="305738" y="3119275"/>
                </a:cubicBezTo>
                <a:cubicBezTo>
                  <a:pt x="215286" y="3119647"/>
                  <a:pt x="146051" y="3119275"/>
                  <a:pt x="79049" y="3098430"/>
                </a:cubicBezTo>
                <a:cubicBezTo>
                  <a:pt x="51132" y="3089869"/>
                  <a:pt x="20609" y="3081308"/>
                  <a:pt x="4975" y="3109969"/>
                </a:cubicBezTo>
                <a:cubicBezTo>
                  <a:pt x="-13636" y="3144587"/>
                  <a:pt x="24331" y="3157615"/>
                  <a:pt x="47037" y="3163943"/>
                </a:cubicBezTo>
                <a:cubicBezTo>
                  <a:pt x="111061" y="3181438"/>
                  <a:pt x="160196" y="3222755"/>
                  <a:pt x="213425" y="3255139"/>
                </a:cubicBezTo>
                <a:cubicBezTo>
                  <a:pt x="329933" y="3326236"/>
                  <a:pt x="457981" y="3385420"/>
                  <a:pt x="556622" y="3502301"/>
                </a:cubicBezTo>
                <a:cubicBezTo>
                  <a:pt x="432669" y="3472523"/>
                  <a:pt x="339983" y="3402915"/>
                  <a:pt x="224592" y="3388771"/>
                </a:cubicBezTo>
                <a:cubicBezTo>
                  <a:pt x="324722" y="3495601"/>
                  <a:pt x="453142" y="3565208"/>
                  <a:pt x="574861" y="3643004"/>
                </a:cubicBezTo>
                <a:cubicBezTo>
                  <a:pt x="609479" y="3664966"/>
                  <a:pt x="644841" y="3679855"/>
                  <a:pt x="652657" y="3727501"/>
                </a:cubicBezTo>
                <a:cubicBezTo>
                  <a:pt x="667919" y="3819814"/>
                  <a:pt x="712959" y="3896494"/>
                  <a:pt x="810111" y="3937067"/>
                </a:cubicBezTo>
                <a:cubicBezTo>
                  <a:pt x="810856" y="3937439"/>
                  <a:pt x="805644" y="3951212"/>
                  <a:pt x="802294" y="3960890"/>
                </a:cubicBezTo>
                <a:cubicBezTo>
                  <a:pt x="743110" y="3963868"/>
                  <a:pt x="696581" y="3909149"/>
                  <a:pt x="620646" y="3927017"/>
                </a:cubicBezTo>
                <a:cubicBezTo>
                  <a:pt x="692858" y="4001091"/>
                  <a:pt x="753532" y="4067720"/>
                  <a:pt x="856268" y="4103082"/>
                </a:cubicBezTo>
                <a:cubicBezTo>
                  <a:pt x="938531" y="4131372"/>
                  <a:pt x="1040150" y="4147377"/>
                  <a:pt x="1099707" y="4238574"/>
                </a:cubicBezTo>
                <a:cubicBezTo>
                  <a:pt x="1030472" y="4256441"/>
                  <a:pt x="978732" y="4234107"/>
                  <a:pt x="926992" y="4218102"/>
                </a:cubicBezTo>
                <a:cubicBezTo>
                  <a:pt x="847334" y="4193534"/>
                  <a:pt x="769166" y="4165617"/>
                  <a:pt x="689508" y="4140677"/>
                </a:cubicBezTo>
                <a:cubicBezTo>
                  <a:pt x="659358" y="4131372"/>
                  <a:pt x="626229" y="4124299"/>
                  <a:pt x="606873" y="4169711"/>
                </a:cubicBezTo>
                <a:cubicBezTo>
                  <a:pt x="707748" y="4179389"/>
                  <a:pt x="768421" y="4240435"/>
                  <a:pt x="831701" y="4297759"/>
                </a:cubicBezTo>
                <a:cubicBezTo>
                  <a:pt x="867435" y="4330143"/>
                  <a:pt x="896469" y="4373322"/>
                  <a:pt x="960493" y="4356944"/>
                </a:cubicBezTo>
                <a:cubicBezTo>
                  <a:pt x="994366" y="4348382"/>
                  <a:pt x="1015955" y="4372578"/>
                  <a:pt x="1012233" y="4402356"/>
                </a:cubicBezTo>
                <a:cubicBezTo>
                  <a:pt x="999577" y="4507325"/>
                  <a:pt x="1078118" y="4544176"/>
                  <a:pt x="1159636" y="4564276"/>
                </a:cubicBezTo>
                <a:cubicBezTo>
                  <a:pt x="1313740" y="4602616"/>
                  <a:pt x="1442160" y="4692324"/>
                  <a:pt x="1592169" y="4741458"/>
                </a:cubicBezTo>
                <a:cubicBezTo>
                  <a:pt x="1738083" y="4789104"/>
                  <a:pt x="2833187" y="5010209"/>
                  <a:pt x="3110499" y="5032171"/>
                </a:cubicBezTo>
                <a:cubicBezTo>
                  <a:pt x="4807501" y="5166546"/>
                  <a:pt x="6028047" y="4106432"/>
                  <a:pt x="6033630" y="4091915"/>
                </a:cubicBezTo>
                <a:cubicBezTo>
                  <a:pt x="6059314" y="4023797"/>
                  <a:pt x="6122965" y="3994390"/>
                  <a:pt x="6180661" y="3957912"/>
                </a:cubicBezTo>
                <a:cubicBezTo>
                  <a:pt x="6230913" y="3925900"/>
                  <a:pt x="6284514" y="3892027"/>
                  <a:pt x="6305359" y="3837309"/>
                </a:cubicBezTo>
                <a:cubicBezTo>
                  <a:pt x="6332904" y="3764724"/>
                  <a:pt x="6254735" y="3824281"/>
                  <a:pt x="6240218" y="3796364"/>
                </a:cubicBezTo>
                <a:cubicBezTo>
                  <a:pt x="6269997" y="3758768"/>
                  <a:pt x="6316153" y="3724151"/>
                  <a:pt x="6328437" y="3681344"/>
                </a:cubicBezTo>
                <a:cubicBezTo>
                  <a:pt x="6372361" y="3526496"/>
                  <a:pt x="6466907" y="3413710"/>
                  <a:pt x="6608355" y="3326236"/>
                </a:cubicBezTo>
                <a:cubicBezTo>
                  <a:pt x="6648928" y="3300924"/>
                  <a:pt x="6675729" y="3255512"/>
                  <a:pt x="6731191" y="3248067"/>
                </a:cubicBezTo>
                <a:cubicBezTo>
                  <a:pt x="6854400" y="3232061"/>
                  <a:pt x="6815315" y="3106992"/>
                  <a:pt x="6880456" y="3051529"/>
                </a:cubicBezTo>
                <a:cubicBezTo>
                  <a:pt x="6892739" y="3041107"/>
                  <a:pt x="6903907" y="2777939"/>
                  <a:pt x="6901673" y="2763795"/>
                </a:cubicBezTo>
                <a:cubicBezTo>
                  <a:pt x="6898323" y="2743322"/>
                  <a:pt x="6883806" y="2966288"/>
                  <a:pt x="6871150" y="2948421"/>
                </a:cubicBezTo>
                <a:cubicBezTo>
                  <a:pt x="6858494" y="2930182"/>
                  <a:pt x="6839138" y="2914176"/>
                  <a:pt x="6848444" y="2890353"/>
                </a:cubicBezTo>
                <a:cubicBezTo>
                  <a:pt x="6852166" y="2880303"/>
                  <a:pt x="6849561" y="2846058"/>
                  <a:pt x="6878223" y="2873230"/>
                </a:cubicBezTo>
                <a:cubicBezTo>
                  <a:pt x="6956763" y="2946932"/>
                  <a:pt x="6870778" y="2578051"/>
                  <a:pt x="6762459" y="2568745"/>
                </a:cubicBezTo>
                <a:cubicBezTo>
                  <a:pt x="6801915" y="2465637"/>
                  <a:pt x="6801915" y="2465637"/>
                  <a:pt x="6673123" y="2451493"/>
                </a:cubicBezTo>
                <a:cubicBezTo>
                  <a:pt x="6722630" y="2385980"/>
                  <a:pt x="6722630" y="2369229"/>
                  <a:pt x="6662700" y="2346896"/>
                </a:cubicBezTo>
                <a:cubicBezTo>
                  <a:pt x="6605005" y="2325306"/>
                  <a:pt x="6540981" y="2318234"/>
                  <a:pt x="6487752" y="2285105"/>
                </a:cubicBezTo>
                <a:cubicBezTo>
                  <a:pt x="6536887" y="2201353"/>
                  <a:pt x="6550659" y="2104573"/>
                  <a:pt x="6652278" y="2063628"/>
                </a:cubicBezTo>
                <a:cubicBezTo>
                  <a:pt x="6668284" y="2057300"/>
                  <a:pt x="6679079" y="2031988"/>
                  <a:pt x="6668656" y="2017843"/>
                </a:cubicBezTo>
                <a:cubicBezTo>
                  <a:pt x="6631805" y="1965359"/>
                  <a:pt x="6684662" y="1864856"/>
                  <a:pt x="6570015" y="1854062"/>
                </a:cubicBezTo>
                <a:cubicBezTo>
                  <a:pt x="6555870" y="1852573"/>
                  <a:pt x="6542842" y="1842150"/>
                  <a:pt x="6554009" y="1827633"/>
                </a:cubicBezTo>
                <a:cubicBezTo>
                  <a:pt x="6592349" y="1778126"/>
                  <a:pt x="6545820" y="1781476"/>
                  <a:pt x="6517531" y="1775149"/>
                </a:cubicBezTo>
                <a:cubicBezTo>
                  <a:pt x="6483285" y="1767704"/>
                  <a:pt x="6444573" y="1789293"/>
                  <a:pt x="6412934" y="1762493"/>
                </a:cubicBezTo>
                <a:cubicBezTo>
                  <a:pt x="6420378" y="1734203"/>
                  <a:pt x="6447923" y="1734575"/>
                  <a:pt x="6467279" y="1725642"/>
                </a:cubicBezTo>
                <a:cubicBezTo>
                  <a:pt x="6523858" y="1699213"/>
                  <a:pt x="6570015" y="1667946"/>
                  <a:pt x="6572621" y="1600200"/>
                </a:cubicBezTo>
                <a:cubicBezTo>
                  <a:pt x="6574854" y="1545482"/>
                  <a:pt x="6580810" y="1497092"/>
                  <a:pt x="6502641" y="1480341"/>
                </a:cubicBezTo>
                <a:cubicBezTo>
                  <a:pt x="6490358" y="1477736"/>
                  <a:pt x="6484030" y="1470664"/>
                  <a:pt x="6481796" y="1461358"/>
                </a:cubicBezTo>
                <a:cubicBezTo>
                  <a:pt x="6490730" y="1452424"/>
                  <a:pt x="6499291" y="1443118"/>
                  <a:pt x="6509713" y="1436418"/>
                </a:cubicBezTo>
                <a:cubicBezTo>
                  <a:pt x="6544703" y="1414457"/>
                  <a:pt x="6556615" y="1382072"/>
                  <a:pt x="6567037" y="1348199"/>
                </a:cubicBezTo>
                <a:cubicBezTo>
                  <a:pt x="6573737" y="1326610"/>
                  <a:pt x="6581554" y="1305393"/>
                  <a:pt x="6596816" y="1286781"/>
                </a:cubicBezTo>
                <a:cubicBezTo>
                  <a:pt x="6606122" y="1275242"/>
                  <a:pt x="6617661" y="1266681"/>
                  <a:pt x="6632178" y="1261842"/>
                </a:cubicBezTo>
                <a:cubicBezTo>
                  <a:pt x="6644833" y="1257375"/>
                  <a:pt x="6648556" y="1251419"/>
                  <a:pt x="6639994" y="1240625"/>
                </a:cubicBezTo>
                <a:cubicBezTo>
                  <a:pt x="6615799" y="1209729"/>
                  <a:pt x="6606122" y="1175856"/>
                  <a:pt x="6622127" y="1136400"/>
                </a:cubicBezTo>
                <a:cubicBezTo>
                  <a:pt x="6626967" y="1124489"/>
                  <a:pt x="6623617" y="1114066"/>
                  <a:pt x="6612077" y="1109599"/>
                </a:cubicBezTo>
                <a:cubicBezTo>
                  <a:pt x="6564059" y="1090616"/>
                  <a:pt x="6552148" y="1046692"/>
                  <a:pt x="6531675" y="1009469"/>
                </a:cubicBezTo>
                <a:cubicBezTo>
                  <a:pt x="6502641" y="956612"/>
                  <a:pt x="6476213" y="902639"/>
                  <a:pt x="6456113" y="845315"/>
                </a:cubicBezTo>
                <a:cubicBezTo>
                  <a:pt x="6444201" y="811070"/>
                  <a:pt x="6432662" y="777197"/>
                  <a:pt x="6440851" y="739229"/>
                </a:cubicBezTo>
                <a:cubicBezTo>
                  <a:pt x="6442712" y="729924"/>
                  <a:pt x="6439362" y="722107"/>
                  <a:pt x="6434523" y="715034"/>
                </a:cubicBezTo>
                <a:cubicBezTo>
                  <a:pt x="6414050" y="684139"/>
                  <a:pt x="6416656" y="651383"/>
                  <a:pt x="6432290" y="617510"/>
                </a:cubicBezTo>
                <a:cubicBezTo>
                  <a:pt x="6441968" y="597037"/>
                  <a:pt x="6440851" y="594431"/>
                  <a:pt x="6416284" y="595176"/>
                </a:cubicBezTo>
                <a:cubicBezTo>
                  <a:pt x="6366405" y="596293"/>
                  <a:pt x="6316898" y="598154"/>
                  <a:pt x="6267763" y="591826"/>
                </a:cubicBezTo>
                <a:cubicBezTo>
                  <a:pt x="6212673" y="584753"/>
                  <a:pt x="6194806" y="568375"/>
                  <a:pt x="6236496" y="521102"/>
                </a:cubicBezTo>
                <a:cubicBezTo>
                  <a:pt x="6245430" y="511052"/>
                  <a:pt x="6253246" y="499885"/>
                  <a:pt x="6257341" y="487229"/>
                </a:cubicBezTo>
                <a:cubicBezTo>
                  <a:pt x="6260319" y="477179"/>
                  <a:pt x="6257713" y="470106"/>
                  <a:pt x="6248780" y="465267"/>
                </a:cubicBezTo>
                <a:cubicBezTo>
                  <a:pt x="6238357" y="459312"/>
                  <a:pt x="6232774" y="467501"/>
                  <a:pt x="6226818" y="473456"/>
                </a:cubicBezTo>
                <a:cubicBezTo>
                  <a:pt x="6194434" y="505468"/>
                  <a:pt x="6153861" y="527430"/>
                  <a:pt x="6115149" y="551625"/>
                </a:cubicBezTo>
                <a:cubicBezTo>
                  <a:pt x="6059686" y="586615"/>
                  <a:pt x="6001246" y="617510"/>
                  <a:pt x="5951739" y="659944"/>
                </a:cubicBezTo>
                <a:cubicBezTo>
                  <a:pt x="5939084" y="670739"/>
                  <a:pt x="5918611" y="662550"/>
                  <a:pt x="5917122" y="644310"/>
                </a:cubicBezTo>
                <a:cubicBezTo>
                  <a:pt x="5915633" y="626071"/>
                  <a:pt x="5905583" y="626071"/>
                  <a:pt x="5890694" y="630538"/>
                </a:cubicBezTo>
                <a:cubicBezTo>
                  <a:pt x="5872826" y="635749"/>
                  <a:pt x="5854959" y="640960"/>
                  <a:pt x="5837464" y="646916"/>
                </a:cubicBezTo>
                <a:cubicBezTo>
                  <a:pt x="5819225" y="653244"/>
                  <a:pt x="5811036" y="666644"/>
                  <a:pt x="5809175" y="683395"/>
                </a:cubicBezTo>
                <a:cubicBezTo>
                  <a:pt x="5808430" y="689723"/>
                  <a:pt x="5808803" y="697539"/>
                  <a:pt x="5815503" y="698656"/>
                </a:cubicBezTo>
                <a:cubicBezTo>
                  <a:pt x="5843048" y="703495"/>
                  <a:pt x="5755201" y="682278"/>
                  <a:pt x="5746268" y="667389"/>
                </a:cubicBezTo>
                <a:cubicBezTo>
                  <a:pt x="5745896" y="666644"/>
                  <a:pt x="5525907" y="720246"/>
                  <a:pt x="5458905" y="754119"/>
                </a:cubicBezTo>
                <a:close/>
                <a:moveTo>
                  <a:pt x="885302" y="1333310"/>
                </a:moveTo>
                <a:cubicBezTo>
                  <a:pt x="877857" y="1326982"/>
                  <a:pt x="870040" y="1321027"/>
                  <a:pt x="862596" y="1314326"/>
                </a:cubicBezTo>
                <a:cubicBezTo>
                  <a:pt x="863712" y="1312837"/>
                  <a:pt x="865201" y="1311349"/>
                  <a:pt x="866318" y="1309860"/>
                </a:cubicBezTo>
                <a:cubicBezTo>
                  <a:pt x="881580" y="1320282"/>
                  <a:pt x="896841" y="1330705"/>
                  <a:pt x="912103" y="1341127"/>
                </a:cubicBezTo>
                <a:cubicBezTo>
                  <a:pt x="903541" y="1338522"/>
                  <a:pt x="894235" y="1335916"/>
                  <a:pt x="885302" y="1333310"/>
                </a:cubicBezTo>
                <a:close/>
                <a:moveTo>
                  <a:pt x="1140280" y="787619"/>
                </a:moveTo>
                <a:cubicBezTo>
                  <a:pt x="1231849" y="850154"/>
                  <a:pt x="1323418" y="913061"/>
                  <a:pt x="1414987" y="975596"/>
                </a:cubicBezTo>
                <a:cubicBezTo>
                  <a:pt x="1413498" y="977085"/>
                  <a:pt x="1412381" y="978574"/>
                  <a:pt x="1410892" y="980063"/>
                </a:cubicBezTo>
                <a:cubicBezTo>
                  <a:pt x="1310390" y="927206"/>
                  <a:pt x="1215471" y="868394"/>
                  <a:pt x="1140280" y="787619"/>
                </a:cubicBezTo>
                <a:close/>
              </a:path>
            </a:pathLst>
          </a:custGeom>
          <a:solidFill>
            <a:schemeClr val="bg1">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solidFill>
                <a:schemeClr val="lt1"/>
              </a:solidFill>
            </a:endParaRPr>
          </a:p>
        </p:txBody>
      </p:sp>
      <p:sp>
        <p:nvSpPr>
          <p:cNvPr id="4" name="TextBox 3">
            <a:extLst>
              <a:ext uri="{FF2B5EF4-FFF2-40B4-BE49-F238E27FC236}">
                <a16:creationId xmlns:a16="http://schemas.microsoft.com/office/drawing/2014/main" id="{9DD899BB-4D17-F432-C8A2-27FC2062A106}"/>
              </a:ext>
            </a:extLst>
          </p:cNvPr>
          <p:cNvSpPr txBox="1"/>
          <p:nvPr>
            <p:custDataLst>
              <p:tags r:id="rId2"/>
            </p:custDataLst>
          </p:nvPr>
        </p:nvSpPr>
        <p:spPr>
          <a:xfrm>
            <a:off x="2949677" y="470376"/>
            <a:ext cx="4395020" cy="940733"/>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rtlCol="0" anchor="b">
            <a:normAutofit/>
          </a:bodyPr>
          <a:lstStyle/>
          <a:p>
            <a:pPr>
              <a:lnSpc>
                <a:spcPct val="90000"/>
              </a:lnSpc>
              <a:spcBef>
                <a:spcPct val="0"/>
              </a:spcBef>
              <a:spcAft>
                <a:spcPts val="600"/>
              </a:spcAft>
            </a:pPr>
            <a:r>
              <a:rPr lang="en-US" sz="4400" b="1" dirty="0">
                <a:latin typeface="+mj-lt"/>
                <a:ea typeface="+mj-ea"/>
                <a:cs typeface="+mj-cs"/>
              </a:rPr>
              <a:t>Project Objective</a:t>
            </a:r>
          </a:p>
        </p:txBody>
      </p:sp>
      <p:sp>
        <p:nvSpPr>
          <p:cNvPr id="6" name="Rectangle 1">
            <a:extLst>
              <a:ext uri="{FF2B5EF4-FFF2-40B4-BE49-F238E27FC236}">
                <a16:creationId xmlns:a16="http://schemas.microsoft.com/office/drawing/2014/main" id="{8FF392E3-A701-C302-02F9-9184E95B6158}"/>
              </a:ext>
            </a:extLst>
          </p:cNvPr>
          <p:cNvSpPr>
            <a:spLocks noChangeArrowheads="1"/>
          </p:cNvSpPr>
          <p:nvPr>
            <p:custDataLst>
              <p:tags r:id="rId3"/>
            </p:custDataLst>
          </p:nvPr>
        </p:nvSpPr>
        <p:spPr bwMode="auto">
          <a:xfrm>
            <a:off x="1057951" y="2197317"/>
            <a:ext cx="9518904" cy="293373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vert="horz" lIns="91440" tIns="45720" rIns="91440" bIns="45720" numCol="1" rtlCol="0" anchorCtr="0" compatLnSpc="1">
            <a:prstTxWarp prst="textNoShape">
              <a:avLst/>
            </a:prstTxWarp>
            <a:noAutofit/>
          </a:bodyPr>
          <a:lstStyle/>
          <a:p>
            <a:pPr marR="0" lvl="0" fontAlgn="base">
              <a:lnSpc>
                <a:spcPct val="90000"/>
              </a:lnSpc>
              <a:spcBef>
                <a:spcPct val="0"/>
              </a:spcBef>
              <a:spcAft>
                <a:spcPts val="600"/>
              </a:spcAft>
              <a:buClrTx/>
              <a:buSzTx/>
              <a:tabLst/>
            </a:pPr>
            <a:r>
              <a:rPr kumimoji="0" lang="en-US" altLang="en-US" sz="2000" i="0" u="none" strike="noStrike" cap="none" normalizeH="0" baseline="0" dirty="0">
                <a:ln>
                  <a:noFill/>
                </a:ln>
                <a:effectLst/>
                <a:latin typeface="ADLaM Display" panose="02010000000000000000" pitchFamily="2" charset="0"/>
                <a:ea typeface="ADLaM Display" panose="02010000000000000000" pitchFamily="2" charset="0"/>
                <a:cs typeface="ADLaM Display" panose="02010000000000000000" pitchFamily="2" charset="0"/>
              </a:rPr>
              <a:t>The primary objective of this analysis is to examine how student attendance and engagement influence academic performance and overall grading outcomes. It also aims to identify high-performing students and potential scholarship candidates while assessing the demand for advanced placement opportunities. Furthermore, the study evaluates the financial and operational value of academic courses by analyzing factors such as credit hours, faculty workload, and classroom utilization. By comparing departmental academic achievements with investments in faculty and facilities, the analysis provides insights to support effective resource allocation, strategic planning, and institutional budgeting decisions.</a:t>
            </a:r>
          </a:p>
        </p:txBody>
      </p:sp>
      <p:sp>
        <p:nvSpPr>
          <p:cNvPr id="2" name="Slide Number Placeholder 1">
            <a:extLst>
              <a:ext uri="{FF2B5EF4-FFF2-40B4-BE49-F238E27FC236}">
                <a16:creationId xmlns:a16="http://schemas.microsoft.com/office/drawing/2014/main" id="{A62D8DAD-6498-9A6D-6C00-DC17A4295B22}"/>
              </a:ext>
            </a:extLst>
          </p:cNvPr>
          <p:cNvSpPr>
            <a:spLocks noGrp="1"/>
          </p:cNvSpPr>
          <p:nvPr>
            <p:ph type="sldNum" sz="quarter" idx="12"/>
          </p:nvPr>
        </p:nvSpPr>
        <p:spPr/>
        <p:txBody>
          <a:bodyPr/>
          <a:lstStyle/>
          <a:p>
            <a:fld id="{A5BDB9A3-A00E-4BD2-9C77-A4B59AB6A265}" type="slidenum">
              <a:rPr lang="en-IN" smtClean="0"/>
              <a:t>3</a:t>
            </a:fld>
            <a:endParaRPr lang="en-IN"/>
          </a:p>
        </p:txBody>
      </p:sp>
    </p:spTree>
    <p:extLst>
      <p:ext uri="{BB962C8B-B14F-4D97-AF65-F5344CB8AC3E}">
        <p14:creationId xmlns:p14="http://schemas.microsoft.com/office/powerpoint/2010/main" val="2377678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7C95EC0-2BFE-B893-3744-2D9379378F2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0CE40DC-5723-449B-A365-A61D8C262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53"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pic>
        <p:nvPicPr>
          <p:cNvPr id="3" name="Picture 2">
            <a:extLst>
              <a:ext uri="{FF2B5EF4-FFF2-40B4-BE49-F238E27FC236}">
                <a16:creationId xmlns:a16="http://schemas.microsoft.com/office/drawing/2014/main" id="{5AE9D463-4DDC-5B1D-F8C4-0737A663C103}"/>
              </a:ext>
            </a:extLst>
          </p:cNvPr>
          <p:cNvPicPr>
            <a:picLocks noChangeAspect="1"/>
          </p:cNvPicPr>
          <p:nvPr>
            <p:custDataLst>
              <p:tags r:id="rId1"/>
            </p:custDataLst>
          </p:nvPr>
        </p:nvPicPr>
        <p:blipFill>
          <a:blip r:embed="rId5"/>
          <a:srcRect t="15393" r="-1" b="-1"/>
          <a:stretch>
            <a:fillRect/>
          </a:stretch>
        </p:blipFill>
        <p:spPr>
          <a:xfrm>
            <a:off x="3048" y="-35602"/>
            <a:ext cx="12188952" cy="6857990"/>
          </a:xfrm>
          <a:prstGeom prst="rect">
            <a:avLst/>
          </a:prstGeom>
        </p:spPr>
      </p:pic>
      <p:sp>
        <p:nvSpPr>
          <p:cNvPr id="15" name="Freeform: Shape 14">
            <a:extLst>
              <a:ext uri="{FF2B5EF4-FFF2-40B4-BE49-F238E27FC236}">
                <a16:creationId xmlns:a16="http://schemas.microsoft.com/office/drawing/2014/main" id="{9854DBCA-D3C3-4C19-9B2E-DFA0BE6472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967853" y="0"/>
            <a:ext cx="10256294" cy="6858000"/>
          </a:xfrm>
          <a:custGeom>
            <a:avLst/>
            <a:gdLst>
              <a:gd name="connsiteX0" fmla="*/ 8218354 w 9841377"/>
              <a:gd name="connsiteY0" fmla="*/ 0 h 6858000"/>
              <a:gd name="connsiteX1" fmla="*/ 5551962 w 9841377"/>
              <a:gd name="connsiteY1" fmla="*/ 0 h 6858000"/>
              <a:gd name="connsiteX2" fmla="*/ 5482342 w 9841377"/>
              <a:gd name="connsiteY2" fmla="*/ 0 h 6858000"/>
              <a:gd name="connsiteX3" fmla="*/ 4359035 w 9841377"/>
              <a:gd name="connsiteY3" fmla="*/ 0 h 6858000"/>
              <a:gd name="connsiteX4" fmla="*/ 4289415 w 9841377"/>
              <a:gd name="connsiteY4" fmla="*/ 0 h 6858000"/>
              <a:gd name="connsiteX5" fmla="*/ 1623023 w 9841377"/>
              <a:gd name="connsiteY5" fmla="*/ 0 h 6858000"/>
              <a:gd name="connsiteX6" fmla="*/ 1600899 w 9841377"/>
              <a:gd name="connsiteY6" fmla="*/ 14997 h 6858000"/>
              <a:gd name="connsiteX7" fmla="*/ 0 w 9841377"/>
              <a:gd name="connsiteY7" fmla="*/ 3621656 h 6858000"/>
              <a:gd name="connsiteX8" fmla="*/ 1874350 w 9841377"/>
              <a:gd name="connsiteY8" fmla="*/ 6374814 h 6858000"/>
              <a:gd name="connsiteX9" fmla="*/ 2390998 w 9841377"/>
              <a:gd name="connsiteY9" fmla="*/ 6780599 h 6858000"/>
              <a:gd name="connsiteX10" fmla="*/ 2502754 w 9841377"/>
              <a:gd name="connsiteY10" fmla="*/ 6858000 h 6858000"/>
              <a:gd name="connsiteX11" fmla="*/ 4289415 w 9841377"/>
              <a:gd name="connsiteY11" fmla="*/ 6858000 h 6858000"/>
              <a:gd name="connsiteX12" fmla="*/ 4359035 w 9841377"/>
              <a:gd name="connsiteY12" fmla="*/ 6858000 h 6858000"/>
              <a:gd name="connsiteX13" fmla="*/ 5482342 w 9841377"/>
              <a:gd name="connsiteY13" fmla="*/ 6858000 h 6858000"/>
              <a:gd name="connsiteX14" fmla="*/ 5551962 w 9841377"/>
              <a:gd name="connsiteY14" fmla="*/ 6858000 h 6858000"/>
              <a:gd name="connsiteX15" fmla="*/ 7338623 w 9841377"/>
              <a:gd name="connsiteY15" fmla="*/ 6858000 h 6858000"/>
              <a:gd name="connsiteX16" fmla="*/ 7450379 w 9841377"/>
              <a:gd name="connsiteY16" fmla="*/ 6780599 h 6858000"/>
              <a:gd name="connsiteX17" fmla="*/ 7967027 w 9841377"/>
              <a:gd name="connsiteY17" fmla="*/ 6374814 h 6858000"/>
              <a:gd name="connsiteX18" fmla="*/ 9841377 w 9841377"/>
              <a:gd name="connsiteY18" fmla="*/ 3621656 h 6858000"/>
              <a:gd name="connsiteX19" fmla="*/ 8240478 w 9841377"/>
              <a:gd name="connsiteY19"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841377" h="6858000">
                <a:moveTo>
                  <a:pt x="8218354" y="0"/>
                </a:moveTo>
                <a:lnTo>
                  <a:pt x="5551962" y="0"/>
                </a:lnTo>
                <a:lnTo>
                  <a:pt x="5482342" y="0"/>
                </a:lnTo>
                <a:lnTo>
                  <a:pt x="4359035" y="0"/>
                </a:lnTo>
                <a:lnTo>
                  <a:pt x="4289415" y="0"/>
                </a:lnTo>
                <a:lnTo>
                  <a:pt x="1623023" y="0"/>
                </a:lnTo>
                <a:lnTo>
                  <a:pt x="1600899" y="14997"/>
                </a:lnTo>
                <a:cubicBezTo>
                  <a:pt x="573736" y="754641"/>
                  <a:pt x="0" y="2093192"/>
                  <a:pt x="0" y="3621656"/>
                </a:cubicBezTo>
                <a:cubicBezTo>
                  <a:pt x="0" y="4969131"/>
                  <a:pt x="928725" y="5602839"/>
                  <a:pt x="1874350" y="6374814"/>
                </a:cubicBezTo>
                <a:cubicBezTo>
                  <a:pt x="2046553" y="6515397"/>
                  <a:pt x="2217180" y="6653108"/>
                  <a:pt x="2390998" y="6780599"/>
                </a:cubicBezTo>
                <a:lnTo>
                  <a:pt x="2502754" y="6858000"/>
                </a:lnTo>
                <a:lnTo>
                  <a:pt x="4289415" y="6858000"/>
                </a:lnTo>
                <a:lnTo>
                  <a:pt x="4359035" y="6858000"/>
                </a:lnTo>
                <a:lnTo>
                  <a:pt x="5482342" y="6858000"/>
                </a:lnTo>
                <a:lnTo>
                  <a:pt x="5551962" y="6858000"/>
                </a:lnTo>
                <a:lnTo>
                  <a:pt x="7338623" y="6858000"/>
                </a:lnTo>
                <a:lnTo>
                  <a:pt x="7450379" y="6780599"/>
                </a:lnTo>
                <a:cubicBezTo>
                  <a:pt x="7624197" y="6653108"/>
                  <a:pt x="7794824" y="6515397"/>
                  <a:pt x="7967027" y="6374814"/>
                </a:cubicBezTo>
                <a:cubicBezTo>
                  <a:pt x="8912652" y="5602839"/>
                  <a:pt x="9841377" y="4969131"/>
                  <a:pt x="9841377" y="3621656"/>
                </a:cubicBezTo>
                <a:cubicBezTo>
                  <a:pt x="9841377" y="2093192"/>
                  <a:pt x="9267641" y="754641"/>
                  <a:pt x="8240478" y="14997"/>
                </a:cubicBezTo>
                <a:close/>
              </a:path>
            </a:pathLst>
          </a:custGeom>
          <a:solidFill>
            <a:srgbClr val="FFFFFF">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7" name="Freeform: Shape 16">
            <a:extLst>
              <a:ext uri="{FF2B5EF4-FFF2-40B4-BE49-F238E27FC236}">
                <a16:creationId xmlns:a16="http://schemas.microsoft.com/office/drawing/2014/main" id="{E1383CB6-8BE5-4911-970B-A4151A07E7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116525" y="0"/>
            <a:ext cx="9958950" cy="6858000"/>
          </a:xfrm>
          <a:custGeom>
            <a:avLst/>
            <a:gdLst>
              <a:gd name="connsiteX0" fmla="*/ 7551973 w 9174595"/>
              <a:gd name="connsiteY0" fmla="*/ 0 h 6858000"/>
              <a:gd name="connsiteX1" fmla="*/ 5634635 w 9174595"/>
              <a:gd name="connsiteY1" fmla="*/ 0 h 6858000"/>
              <a:gd name="connsiteX2" fmla="*/ 5550590 w 9174595"/>
              <a:gd name="connsiteY2" fmla="*/ 0 h 6858000"/>
              <a:gd name="connsiteX3" fmla="*/ 5480986 w 9174595"/>
              <a:gd name="connsiteY3" fmla="*/ 0 h 6858000"/>
              <a:gd name="connsiteX4" fmla="*/ 4886240 w 9174595"/>
              <a:gd name="connsiteY4" fmla="*/ 0 h 6858000"/>
              <a:gd name="connsiteX5" fmla="*/ 4816638 w 9174595"/>
              <a:gd name="connsiteY5" fmla="*/ 0 h 6858000"/>
              <a:gd name="connsiteX6" fmla="*/ 4357958 w 9174595"/>
              <a:gd name="connsiteY6" fmla="*/ 0 h 6858000"/>
              <a:gd name="connsiteX7" fmla="*/ 4288354 w 9174595"/>
              <a:gd name="connsiteY7" fmla="*/ 0 h 6858000"/>
              <a:gd name="connsiteX8" fmla="*/ 3693608 w 9174595"/>
              <a:gd name="connsiteY8" fmla="*/ 0 h 6858000"/>
              <a:gd name="connsiteX9" fmla="*/ 3624006 w 9174595"/>
              <a:gd name="connsiteY9" fmla="*/ 0 h 6858000"/>
              <a:gd name="connsiteX10" fmla="*/ 3276448 w 9174595"/>
              <a:gd name="connsiteY10" fmla="*/ 0 h 6858000"/>
              <a:gd name="connsiteX11" fmla="*/ 1622622 w 9174595"/>
              <a:gd name="connsiteY11" fmla="*/ 0 h 6858000"/>
              <a:gd name="connsiteX12" fmla="*/ 1600504 w 9174595"/>
              <a:gd name="connsiteY12" fmla="*/ 14997 h 6858000"/>
              <a:gd name="connsiteX13" fmla="*/ 0 w 9174595"/>
              <a:gd name="connsiteY13" fmla="*/ 3621656 h 6858000"/>
              <a:gd name="connsiteX14" fmla="*/ 1873886 w 9174595"/>
              <a:gd name="connsiteY14" fmla="*/ 6374814 h 6858000"/>
              <a:gd name="connsiteX15" fmla="*/ 2390406 w 9174595"/>
              <a:gd name="connsiteY15" fmla="*/ 6780599 h 6858000"/>
              <a:gd name="connsiteX16" fmla="*/ 2502136 w 9174595"/>
              <a:gd name="connsiteY16" fmla="*/ 6858000 h 6858000"/>
              <a:gd name="connsiteX17" fmla="*/ 3276448 w 9174595"/>
              <a:gd name="connsiteY17" fmla="*/ 6858000 h 6858000"/>
              <a:gd name="connsiteX18" fmla="*/ 3624006 w 9174595"/>
              <a:gd name="connsiteY18" fmla="*/ 6858000 h 6858000"/>
              <a:gd name="connsiteX19" fmla="*/ 3693608 w 9174595"/>
              <a:gd name="connsiteY19" fmla="*/ 6858000 h 6858000"/>
              <a:gd name="connsiteX20" fmla="*/ 4288354 w 9174595"/>
              <a:gd name="connsiteY20" fmla="*/ 6858000 h 6858000"/>
              <a:gd name="connsiteX21" fmla="*/ 4357958 w 9174595"/>
              <a:gd name="connsiteY21" fmla="*/ 6858000 h 6858000"/>
              <a:gd name="connsiteX22" fmla="*/ 4816638 w 9174595"/>
              <a:gd name="connsiteY22" fmla="*/ 6858000 h 6858000"/>
              <a:gd name="connsiteX23" fmla="*/ 4886240 w 9174595"/>
              <a:gd name="connsiteY23" fmla="*/ 6858000 h 6858000"/>
              <a:gd name="connsiteX24" fmla="*/ 5480986 w 9174595"/>
              <a:gd name="connsiteY24" fmla="*/ 6858000 h 6858000"/>
              <a:gd name="connsiteX25" fmla="*/ 5550590 w 9174595"/>
              <a:gd name="connsiteY25" fmla="*/ 6858000 h 6858000"/>
              <a:gd name="connsiteX26" fmla="*/ 5634635 w 9174595"/>
              <a:gd name="connsiteY26" fmla="*/ 6858000 h 6858000"/>
              <a:gd name="connsiteX27" fmla="*/ 6672460 w 9174595"/>
              <a:gd name="connsiteY27" fmla="*/ 6858000 h 6858000"/>
              <a:gd name="connsiteX28" fmla="*/ 6784188 w 9174595"/>
              <a:gd name="connsiteY28" fmla="*/ 6780599 h 6858000"/>
              <a:gd name="connsiteX29" fmla="*/ 7300708 w 9174595"/>
              <a:gd name="connsiteY29" fmla="*/ 6374814 h 6858000"/>
              <a:gd name="connsiteX30" fmla="*/ 9174595 w 9174595"/>
              <a:gd name="connsiteY30" fmla="*/ 3621656 h 6858000"/>
              <a:gd name="connsiteX31" fmla="*/ 7574092 w 9174595"/>
              <a:gd name="connsiteY3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9174595" h="6858000">
                <a:moveTo>
                  <a:pt x="7551973" y="0"/>
                </a:moveTo>
                <a:lnTo>
                  <a:pt x="5634635" y="0"/>
                </a:lnTo>
                <a:lnTo>
                  <a:pt x="5550590" y="0"/>
                </a:lnTo>
                <a:lnTo>
                  <a:pt x="5480986" y="0"/>
                </a:lnTo>
                <a:lnTo>
                  <a:pt x="4886240" y="0"/>
                </a:lnTo>
                <a:lnTo>
                  <a:pt x="4816638" y="0"/>
                </a:lnTo>
                <a:lnTo>
                  <a:pt x="4357958" y="0"/>
                </a:lnTo>
                <a:lnTo>
                  <a:pt x="4288354" y="0"/>
                </a:lnTo>
                <a:lnTo>
                  <a:pt x="3693608" y="0"/>
                </a:lnTo>
                <a:lnTo>
                  <a:pt x="3624006" y="0"/>
                </a:lnTo>
                <a:lnTo>
                  <a:pt x="3276448" y="0"/>
                </a:lnTo>
                <a:lnTo>
                  <a:pt x="1622622" y="0"/>
                </a:lnTo>
                <a:lnTo>
                  <a:pt x="1600504" y="14997"/>
                </a:lnTo>
                <a:cubicBezTo>
                  <a:pt x="573594" y="754641"/>
                  <a:pt x="0" y="2093192"/>
                  <a:pt x="0" y="3621656"/>
                </a:cubicBezTo>
                <a:cubicBezTo>
                  <a:pt x="0" y="4969131"/>
                  <a:pt x="928496" y="5602839"/>
                  <a:pt x="1873886" y="6374814"/>
                </a:cubicBezTo>
                <a:cubicBezTo>
                  <a:pt x="2046046" y="6515397"/>
                  <a:pt x="2216632" y="6653108"/>
                  <a:pt x="2390406" y="6780599"/>
                </a:cubicBezTo>
                <a:lnTo>
                  <a:pt x="2502136" y="6858000"/>
                </a:lnTo>
                <a:lnTo>
                  <a:pt x="3276448" y="6858000"/>
                </a:lnTo>
                <a:lnTo>
                  <a:pt x="3624006" y="6858000"/>
                </a:lnTo>
                <a:lnTo>
                  <a:pt x="3693608" y="6858000"/>
                </a:lnTo>
                <a:lnTo>
                  <a:pt x="4288354" y="6858000"/>
                </a:lnTo>
                <a:lnTo>
                  <a:pt x="4357958" y="6858000"/>
                </a:lnTo>
                <a:lnTo>
                  <a:pt x="4816638" y="6858000"/>
                </a:lnTo>
                <a:lnTo>
                  <a:pt x="4886240" y="6858000"/>
                </a:lnTo>
                <a:lnTo>
                  <a:pt x="5480986" y="6858000"/>
                </a:lnTo>
                <a:lnTo>
                  <a:pt x="5550590" y="6858000"/>
                </a:lnTo>
                <a:lnTo>
                  <a:pt x="5634635" y="6858000"/>
                </a:lnTo>
                <a:lnTo>
                  <a:pt x="6672460" y="6858000"/>
                </a:lnTo>
                <a:lnTo>
                  <a:pt x="6784188" y="6780599"/>
                </a:lnTo>
                <a:cubicBezTo>
                  <a:pt x="6957963" y="6653108"/>
                  <a:pt x="7128548" y="6515397"/>
                  <a:pt x="7300708" y="6374814"/>
                </a:cubicBezTo>
                <a:cubicBezTo>
                  <a:pt x="8246100" y="5602839"/>
                  <a:pt x="9174595" y="4969131"/>
                  <a:pt x="9174595" y="3621656"/>
                </a:cubicBezTo>
                <a:cubicBezTo>
                  <a:pt x="9174595" y="2093192"/>
                  <a:pt x="8601001" y="754641"/>
                  <a:pt x="7574092" y="14997"/>
                </a:cubicBezTo>
                <a:close/>
              </a:path>
            </a:pathLst>
          </a:cu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Freeform: Shape 18">
            <a:extLst>
              <a:ext uri="{FF2B5EF4-FFF2-40B4-BE49-F238E27FC236}">
                <a16:creationId xmlns:a16="http://schemas.microsoft.com/office/drawing/2014/main" id="{842D14D1-56B7-40CD-8694-A9A48170C0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08673" y="-17801"/>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21" name="Freeform: Shape 20">
            <a:extLst>
              <a:ext uri="{FF2B5EF4-FFF2-40B4-BE49-F238E27FC236}">
                <a16:creationId xmlns:a16="http://schemas.microsoft.com/office/drawing/2014/main" id="{950A315C-978A-4A52-966E-55B2698F2A8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75235" y="-17801"/>
            <a:ext cx="2486322" cy="6858000"/>
          </a:xfrm>
          <a:custGeom>
            <a:avLst/>
            <a:gdLst>
              <a:gd name="connsiteX0" fmla="*/ 879731 w 2521425"/>
              <a:gd name="connsiteY0" fmla="*/ 0 h 6858000"/>
              <a:gd name="connsiteX1" fmla="*/ 898402 w 2521425"/>
              <a:gd name="connsiteY1" fmla="*/ 0 h 6858000"/>
              <a:gd name="connsiteX2" fmla="*/ 920526 w 2521425"/>
              <a:gd name="connsiteY2" fmla="*/ 14997 h 6858000"/>
              <a:gd name="connsiteX3" fmla="*/ 2521425 w 2521425"/>
              <a:gd name="connsiteY3" fmla="*/ 3621656 h 6858000"/>
              <a:gd name="connsiteX4" fmla="*/ 647075 w 2521425"/>
              <a:gd name="connsiteY4" fmla="*/ 6374814 h 6858000"/>
              <a:gd name="connsiteX5" fmla="*/ 130427 w 2521425"/>
              <a:gd name="connsiteY5" fmla="*/ 6780599 h 6858000"/>
              <a:gd name="connsiteX6" fmla="*/ 18671 w 2521425"/>
              <a:gd name="connsiteY6" fmla="*/ 6858000 h 6858000"/>
              <a:gd name="connsiteX7" fmla="*/ 0 w 2521425"/>
              <a:gd name="connsiteY7" fmla="*/ 6858000 h 6858000"/>
              <a:gd name="connsiteX8" fmla="*/ 111756 w 2521425"/>
              <a:gd name="connsiteY8" fmla="*/ 6780599 h 6858000"/>
              <a:gd name="connsiteX9" fmla="*/ 628404 w 2521425"/>
              <a:gd name="connsiteY9" fmla="*/ 6374814 h 6858000"/>
              <a:gd name="connsiteX10" fmla="*/ 2502754 w 2521425"/>
              <a:gd name="connsiteY10" fmla="*/ 3621656 h 6858000"/>
              <a:gd name="connsiteX11" fmla="*/ 901855 w 2521425"/>
              <a:gd name="connsiteY11" fmla="*/ 1499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1425" h="6858000">
                <a:moveTo>
                  <a:pt x="879731" y="0"/>
                </a:moveTo>
                <a:lnTo>
                  <a:pt x="898402" y="0"/>
                </a:lnTo>
                <a:lnTo>
                  <a:pt x="920526" y="14997"/>
                </a:lnTo>
                <a:cubicBezTo>
                  <a:pt x="1947689" y="754641"/>
                  <a:pt x="2521425" y="2093192"/>
                  <a:pt x="2521425" y="3621656"/>
                </a:cubicBezTo>
                <a:cubicBezTo>
                  <a:pt x="2521425" y="4969131"/>
                  <a:pt x="1592700" y="5602839"/>
                  <a:pt x="647075" y="6374814"/>
                </a:cubicBezTo>
                <a:cubicBezTo>
                  <a:pt x="474872" y="6515397"/>
                  <a:pt x="304245" y="6653108"/>
                  <a:pt x="130427" y="6780599"/>
                </a:cubicBezTo>
                <a:lnTo>
                  <a:pt x="18671" y="6858000"/>
                </a:lnTo>
                <a:lnTo>
                  <a:pt x="0" y="6858000"/>
                </a:lnTo>
                <a:lnTo>
                  <a:pt x="111756" y="6780599"/>
                </a:lnTo>
                <a:cubicBezTo>
                  <a:pt x="285574" y="6653108"/>
                  <a:pt x="456201" y="6515397"/>
                  <a:pt x="628404" y="6374814"/>
                </a:cubicBezTo>
                <a:cubicBezTo>
                  <a:pt x="1574029" y="5602839"/>
                  <a:pt x="2502754" y="4969131"/>
                  <a:pt x="2502754" y="3621656"/>
                </a:cubicBezTo>
                <a:cubicBezTo>
                  <a:pt x="2502754" y="2093192"/>
                  <a:pt x="1929018" y="754641"/>
                  <a:pt x="901855" y="14997"/>
                </a:cubicBezTo>
                <a:close/>
              </a:path>
            </a:pathLst>
          </a:custGeom>
          <a:solidFill>
            <a:srgbClr val="FFFF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Meiryo"/>
              <a:ea typeface="+mn-ea"/>
              <a:cs typeface="+mn-cs"/>
            </a:endParaRPr>
          </a:p>
        </p:txBody>
      </p:sp>
      <p:sp>
        <p:nvSpPr>
          <p:cNvPr id="4" name="TextBox 3">
            <a:extLst>
              <a:ext uri="{FF2B5EF4-FFF2-40B4-BE49-F238E27FC236}">
                <a16:creationId xmlns:a16="http://schemas.microsoft.com/office/drawing/2014/main" id="{13EFC09F-1AC5-B6EC-0186-D74D56AF9F0A}"/>
              </a:ext>
            </a:extLst>
          </p:cNvPr>
          <p:cNvSpPr txBox="1"/>
          <p:nvPr>
            <p:custDataLst>
              <p:tags r:id="rId2"/>
            </p:custDataLst>
          </p:nvPr>
        </p:nvSpPr>
        <p:spPr>
          <a:xfrm>
            <a:off x="2245932" y="-100584"/>
            <a:ext cx="7340048" cy="93825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800" b="1" dirty="0">
                <a:latin typeface="Amasis MT Pro Black" panose="02040A04050005020304" pitchFamily="18" charset="0"/>
                <a:ea typeface="+mj-ea"/>
                <a:cs typeface="+mj-cs"/>
              </a:rPr>
              <a:t>Research Questions</a:t>
            </a:r>
          </a:p>
        </p:txBody>
      </p:sp>
      <p:sp>
        <p:nvSpPr>
          <p:cNvPr id="5" name="TextBox 4">
            <a:extLst>
              <a:ext uri="{FF2B5EF4-FFF2-40B4-BE49-F238E27FC236}">
                <a16:creationId xmlns:a16="http://schemas.microsoft.com/office/drawing/2014/main" id="{2184AF28-33C8-2B53-8C03-8D50779BBEC1}"/>
              </a:ext>
            </a:extLst>
          </p:cNvPr>
          <p:cNvSpPr txBox="1"/>
          <p:nvPr>
            <p:custDataLst>
              <p:tags r:id="rId3"/>
            </p:custDataLst>
          </p:nvPr>
        </p:nvSpPr>
        <p:spPr>
          <a:xfrm>
            <a:off x="1745873" y="1067234"/>
            <a:ext cx="10256293" cy="5755154"/>
          </a:xfrm>
          <a:prstGeom prst="rect">
            <a:avLst/>
          </a:prstGeom>
        </p:spPr>
        <p:txBody>
          <a:bodyPr vert="horz" lIns="91440" tIns="45720" rIns="91440" bIns="45720" rtlCol="0">
            <a:noAutofit/>
          </a:bodyPr>
          <a:lstStyle/>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 Do study hours positively impact overall performance?</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Q2: </a:t>
            </a:r>
            <a:r>
              <a:rPr lang="en-US" sz="1600" b="1" dirty="0"/>
              <a:t>Does internet access improve academic outcomes?</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Q3: Does attendance have a strong positive relationship with scores?</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Q4: Does parental education influence student achievement?</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Q5: Are Math scores mostly concentrated around the average range?</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Q6: Do certain study methods lead to better scores?</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Q7: Does school type impact student performance?</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Q8: Do students with shorter travel times perform better?</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Q9: How can top performers be identified for scholarships?</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Q10: Are English scores evenly distributed among students?</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Q11:  How can low-performing students be targeted for intervention?</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Q12: Do Math, Science, and English scores strongly affect the overall score?</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Q13: Do Science scores indicate moderate to strong academic performance?</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Q14: How can top-performing students be targeted for rewards and recognition?</a:t>
            </a:r>
          </a:p>
          <a:p>
            <a:pPr indent="-228600">
              <a:lnSpc>
                <a:spcPct val="90000"/>
              </a:lnSpc>
              <a:spcAft>
                <a:spcPts val="600"/>
              </a:spcAft>
              <a:buFont typeface="Arial" panose="020B0604020202020204" pitchFamily="34" charset="0"/>
              <a:buChar char="•"/>
            </a:pPr>
            <a:r>
              <a:rPr lang="en-US" sz="1600" dirty="0">
                <a:latin typeface="ADLaM Display" panose="02010000000000000000" pitchFamily="2" charset="0"/>
                <a:ea typeface="ADLaM Display" panose="02010000000000000000" pitchFamily="2" charset="0"/>
                <a:cs typeface="ADLaM Display" panose="02010000000000000000" pitchFamily="2" charset="0"/>
              </a:rPr>
              <a:t>Q15: Are subject scores, attendance, and study hours the strongest predictors of overall </a:t>
            </a:r>
          </a:p>
          <a:p>
            <a:pPr>
              <a:lnSpc>
                <a:spcPct val="90000"/>
              </a:lnSpc>
              <a:spcAft>
                <a:spcPts val="600"/>
              </a:spcAft>
            </a:pPr>
            <a:r>
              <a:rPr lang="en-US" sz="1600" dirty="0">
                <a:latin typeface="ADLaM Display" panose="02010000000000000000" pitchFamily="2" charset="0"/>
                <a:ea typeface="ADLaM Display" panose="02010000000000000000" pitchFamily="2" charset="0"/>
                <a:cs typeface="ADLaM Display" panose="02010000000000000000" pitchFamily="2" charset="0"/>
              </a:rPr>
              <a:t>       performance?</a:t>
            </a:r>
          </a:p>
        </p:txBody>
      </p:sp>
      <p:sp>
        <p:nvSpPr>
          <p:cNvPr id="2" name="Slide Number Placeholder 1">
            <a:extLst>
              <a:ext uri="{FF2B5EF4-FFF2-40B4-BE49-F238E27FC236}">
                <a16:creationId xmlns:a16="http://schemas.microsoft.com/office/drawing/2014/main" id="{E03E50E1-2DBE-554A-033F-D51437DD8F93}"/>
              </a:ext>
            </a:extLst>
          </p:cNvPr>
          <p:cNvSpPr>
            <a:spLocks noGrp="1"/>
          </p:cNvSpPr>
          <p:nvPr>
            <p:ph type="sldNum" sz="quarter" idx="12"/>
          </p:nvPr>
        </p:nvSpPr>
        <p:spPr/>
        <p:txBody>
          <a:bodyPr/>
          <a:lstStyle/>
          <a:p>
            <a:fld id="{A5BDB9A3-A00E-4BD2-9C77-A4B59AB6A265}" type="slidenum">
              <a:rPr lang="en-IN" smtClean="0"/>
              <a:t>4</a:t>
            </a:fld>
            <a:endParaRPr lang="en-IN"/>
          </a:p>
        </p:txBody>
      </p:sp>
    </p:spTree>
    <p:extLst>
      <p:ext uri="{BB962C8B-B14F-4D97-AF65-F5344CB8AC3E}">
        <p14:creationId xmlns:p14="http://schemas.microsoft.com/office/powerpoint/2010/main" val="3621228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1CD42F-B918-DDEA-6FE5-F09CE3C8733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AC37D4B-EDE1-EC81-2796-477403111BD5}"/>
              </a:ext>
            </a:extLst>
          </p:cNvPr>
          <p:cNvPicPr>
            <a:picLocks noChangeAspect="1"/>
          </p:cNvPicPr>
          <p:nvPr>
            <p:custDataLst>
              <p:tags r:id="rId1"/>
            </p:custDataLst>
          </p:nvPr>
        </p:nvPicPr>
        <p:blipFill>
          <a:blip r:embed="rId6"/>
          <a:srcRect t="20539" b="505"/>
          <a:stretch>
            <a:fillRect/>
          </a:stretch>
        </p:blipFill>
        <p:spPr>
          <a:xfrm>
            <a:off x="457200" y="457200"/>
            <a:ext cx="11277600" cy="5943600"/>
          </a:xfrm>
          <a:prstGeom prst="rect">
            <a:avLst/>
          </a:prstGeom>
        </p:spPr>
      </p:pic>
      <p:sp>
        <p:nvSpPr>
          <p:cNvPr id="5" name="TextBox 4">
            <a:extLst>
              <a:ext uri="{FF2B5EF4-FFF2-40B4-BE49-F238E27FC236}">
                <a16:creationId xmlns:a16="http://schemas.microsoft.com/office/drawing/2014/main" id="{ACB830B0-F7B3-E887-7A93-EE5447CF20ED}"/>
              </a:ext>
            </a:extLst>
          </p:cNvPr>
          <p:cNvSpPr txBox="1"/>
          <p:nvPr>
            <p:custDataLst>
              <p:tags r:id="rId2"/>
            </p:custDataLst>
          </p:nvPr>
        </p:nvSpPr>
        <p:spPr>
          <a:xfrm>
            <a:off x="91440" y="94423"/>
            <a:ext cx="12192000" cy="1317605"/>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pPr lvl="0">
              <a:lnSpc>
                <a:spcPct val="115000"/>
              </a:lnSpc>
            </a:pPr>
            <a:r>
              <a:rPr lang="en-US" sz="3600" dirty="0">
                <a:effectLst/>
                <a:latin typeface="Amasis MT Pro Black" panose="02040A04050005020304" pitchFamily="18" charset="0"/>
                <a:ea typeface="Calibri" panose="020F0502020204030204" pitchFamily="34" charset="0"/>
                <a:cs typeface="Times New Roman" panose="02020603050405020304" pitchFamily="18" charset="0"/>
              </a:rPr>
              <a:t>Do study hours positively impact overall performance?</a:t>
            </a:r>
            <a:endParaRPr lang="en-IN" sz="3600" dirty="0">
              <a:effectLst/>
              <a:latin typeface="Amasis MT Pro Black" panose="02040A04050005020304" pitchFamily="18" charset="0"/>
              <a:ea typeface="Calibri" panose="020F0502020204030204" pitchFamily="34" charset="0"/>
              <a:cs typeface="Times New Roman" panose="02020603050405020304" pitchFamily="18" charset="0"/>
            </a:endParaRPr>
          </a:p>
        </p:txBody>
      </p:sp>
      <p:pic>
        <p:nvPicPr>
          <p:cNvPr id="9" name="Picture 8">
            <a:extLst>
              <a:ext uri="{FF2B5EF4-FFF2-40B4-BE49-F238E27FC236}">
                <a16:creationId xmlns:a16="http://schemas.microsoft.com/office/drawing/2014/main" id="{044414F1-2FE2-FE4B-A87D-CB65289ECAD7}"/>
              </a:ext>
            </a:extLst>
          </p:cNvPr>
          <p:cNvPicPr>
            <a:picLocks noChangeAspect="1"/>
          </p:cNvPicPr>
          <p:nvPr>
            <p:custDataLst>
              <p:tags r:id="rId3"/>
            </p:custDataLst>
          </p:nvPr>
        </p:nvPicPr>
        <p:blipFill>
          <a:blip r:embed="rId7"/>
          <a:srcRect l="2928" r="3076" b="4950"/>
          <a:stretch>
            <a:fillRect/>
          </a:stretch>
        </p:blipFill>
        <p:spPr>
          <a:xfrm>
            <a:off x="2139696" y="1412029"/>
            <a:ext cx="7717536" cy="4046940"/>
          </a:xfrm>
          <a:prstGeom prst="rect">
            <a:avLst/>
          </a:prstGeom>
        </p:spPr>
      </p:pic>
      <p:sp>
        <p:nvSpPr>
          <p:cNvPr id="13" name="TextBox 12">
            <a:extLst>
              <a:ext uri="{FF2B5EF4-FFF2-40B4-BE49-F238E27FC236}">
                <a16:creationId xmlns:a16="http://schemas.microsoft.com/office/drawing/2014/main" id="{7D3F7367-ABE9-589B-74FA-2A78B7BE9249}"/>
              </a:ext>
            </a:extLst>
          </p:cNvPr>
          <p:cNvSpPr txBox="1"/>
          <p:nvPr>
            <p:custDataLst>
              <p:tags r:id="rId4"/>
            </p:custDataLst>
          </p:nvPr>
        </p:nvSpPr>
        <p:spPr>
          <a:xfrm>
            <a:off x="0" y="5458969"/>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 analysis suggests that student performance is driven more by the quality and effectiveness of studying than by the quantity of study hours alone. Institutions should therefore focus on improving student engagement, attendance, learning support programs, and study skills training rather than encouraging longer study hours as the sole strategy for academic improvement.</a:t>
            </a:r>
            <a:endParaRPr lang="en-IN" dirty="0"/>
          </a:p>
        </p:txBody>
      </p:sp>
      <p:sp>
        <p:nvSpPr>
          <p:cNvPr id="2" name="Slide Number Placeholder 1">
            <a:extLst>
              <a:ext uri="{FF2B5EF4-FFF2-40B4-BE49-F238E27FC236}">
                <a16:creationId xmlns:a16="http://schemas.microsoft.com/office/drawing/2014/main" id="{3E1C8854-DA89-FD6B-02EE-526499B588BE}"/>
              </a:ext>
            </a:extLst>
          </p:cNvPr>
          <p:cNvSpPr>
            <a:spLocks noGrp="1"/>
          </p:cNvSpPr>
          <p:nvPr>
            <p:ph type="sldNum" sz="quarter" idx="12"/>
          </p:nvPr>
        </p:nvSpPr>
        <p:spPr/>
        <p:txBody>
          <a:bodyPr/>
          <a:lstStyle/>
          <a:p>
            <a:fld id="{A5BDB9A3-A00E-4BD2-9C77-A4B59AB6A265}" type="slidenum">
              <a:rPr lang="en-IN" smtClean="0"/>
              <a:t>5</a:t>
            </a:fld>
            <a:endParaRPr lang="en-IN"/>
          </a:p>
        </p:txBody>
      </p:sp>
    </p:spTree>
    <p:extLst>
      <p:ext uri="{BB962C8B-B14F-4D97-AF65-F5344CB8AC3E}">
        <p14:creationId xmlns:p14="http://schemas.microsoft.com/office/powerpoint/2010/main" val="7816685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A1048FB-15B3-DB6A-2653-43E87022F3F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FD4F0FB1-2B44-68F8-5FDC-411193C1E24D}"/>
              </a:ext>
            </a:extLst>
          </p:cNvPr>
          <p:cNvPicPr>
            <a:picLocks noChangeAspect="1"/>
          </p:cNvPicPr>
          <p:nvPr>
            <p:custDataLst>
              <p:tags r:id="rId1"/>
            </p:custDataLst>
          </p:nvPr>
        </p:nvPicPr>
        <p:blipFill>
          <a:blip r:embed="rId6"/>
          <a:srcRect t="17553" b="345"/>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2D382219-A940-426D-D629-FD05A660CBF0}"/>
              </a:ext>
            </a:extLst>
          </p:cNvPr>
          <p:cNvSpPr txBox="1"/>
          <p:nvPr>
            <p:custDataLst>
              <p:tags r:id="rId2"/>
            </p:custDataLst>
          </p:nvPr>
        </p:nvSpPr>
        <p:spPr>
          <a:xfrm>
            <a:off x="-1504" y="226814"/>
            <a:ext cx="12188952" cy="64633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b="1" dirty="0">
                <a:latin typeface="Amasis MT Pro Black" panose="02040A04050005020304" pitchFamily="18" charset="0"/>
              </a:rPr>
              <a:t>Does internet access improve academic outcomes?</a:t>
            </a:r>
            <a:endParaRPr lang="en-IN" sz="3600" b="1" dirty="0">
              <a:latin typeface="Amasis MT Pro Black" panose="02040A04050005020304" pitchFamily="18" charset="0"/>
            </a:endParaRPr>
          </a:p>
        </p:txBody>
      </p:sp>
      <p:pic>
        <p:nvPicPr>
          <p:cNvPr id="7" name="Picture 6">
            <a:extLst>
              <a:ext uri="{FF2B5EF4-FFF2-40B4-BE49-F238E27FC236}">
                <a16:creationId xmlns:a16="http://schemas.microsoft.com/office/drawing/2014/main" id="{BD629353-22AC-CF28-5C98-3ADDDA8BE042}"/>
              </a:ext>
            </a:extLst>
          </p:cNvPr>
          <p:cNvPicPr>
            <a:picLocks noChangeAspect="1"/>
          </p:cNvPicPr>
          <p:nvPr>
            <p:custDataLst>
              <p:tags r:id="rId3"/>
            </p:custDataLst>
          </p:nvPr>
        </p:nvPicPr>
        <p:blipFill>
          <a:blip r:embed="rId7"/>
          <a:srcRect l="1158" r="889" b="2109"/>
          <a:stretch>
            <a:fillRect/>
          </a:stretch>
        </p:blipFill>
        <p:spPr>
          <a:xfrm>
            <a:off x="1938528" y="873145"/>
            <a:ext cx="7799832" cy="4406282"/>
          </a:xfrm>
          <a:prstGeom prst="rect">
            <a:avLst/>
          </a:prstGeom>
        </p:spPr>
      </p:pic>
      <p:sp>
        <p:nvSpPr>
          <p:cNvPr id="10" name="TextBox 9">
            <a:extLst>
              <a:ext uri="{FF2B5EF4-FFF2-40B4-BE49-F238E27FC236}">
                <a16:creationId xmlns:a16="http://schemas.microsoft.com/office/drawing/2014/main" id="{9FA6AB2C-745B-7CA3-3A0D-820291E5574A}"/>
              </a:ext>
            </a:extLst>
          </p:cNvPr>
          <p:cNvSpPr txBox="1"/>
          <p:nvPr>
            <p:custDataLst>
              <p:tags r:id="rId4"/>
            </p:custDataLst>
          </p:nvPr>
        </p:nvSpPr>
        <p:spPr>
          <a:xfrm>
            <a:off x="0" y="5279427"/>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 analysis suggests that internet access is associated with improved academic performance, making it an important factor in student success. Educational institutions should consider expanding digital infrastructure, providing affordable internet support, and ensuring equitable access to online learning resources. Such initiatives can help reduce academic disparities and improve overall student outcomes.</a:t>
            </a:r>
            <a:endParaRPr lang="en-IN" dirty="0"/>
          </a:p>
        </p:txBody>
      </p:sp>
      <p:sp>
        <p:nvSpPr>
          <p:cNvPr id="2" name="Slide Number Placeholder 1">
            <a:extLst>
              <a:ext uri="{FF2B5EF4-FFF2-40B4-BE49-F238E27FC236}">
                <a16:creationId xmlns:a16="http://schemas.microsoft.com/office/drawing/2014/main" id="{44761BA7-8657-D0A7-F24B-8F8D49FC7A9E}"/>
              </a:ext>
            </a:extLst>
          </p:cNvPr>
          <p:cNvSpPr>
            <a:spLocks noGrp="1"/>
          </p:cNvSpPr>
          <p:nvPr>
            <p:ph type="sldNum" sz="quarter" idx="12"/>
          </p:nvPr>
        </p:nvSpPr>
        <p:spPr/>
        <p:txBody>
          <a:bodyPr/>
          <a:lstStyle/>
          <a:p>
            <a:fld id="{A5BDB9A3-A00E-4BD2-9C77-A4B59AB6A265}" type="slidenum">
              <a:rPr lang="en-IN" smtClean="0"/>
              <a:t>6</a:t>
            </a:fld>
            <a:endParaRPr lang="en-IN"/>
          </a:p>
        </p:txBody>
      </p:sp>
    </p:spTree>
    <p:extLst>
      <p:ext uri="{BB962C8B-B14F-4D97-AF65-F5344CB8AC3E}">
        <p14:creationId xmlns:p14="http://schemas.microsoft.com/office/powerpoint/2010/main" val="39394998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33ABE9-34D6-ECBB-F83F-3B27B2C05DE9}"/>
            </a:ext>
          </a:extLst>
        </p:cNvPr>
        <p:cNvGrpSpPr/>
        <p:nvPr/>
      </p:nvGrpSpPr>
      <p:grpSpPr>
        <a:xfrm>
          <a:off x="0" y="0"/>
          <a:ext cx="0" cy="0"/>
          <a:chOff x="0" y="0"/>
          <a:chExt cx="0" cy="0"/>
        </a:xfrm>
      </p:grpSpPr>
      <p:sp>
        <p:nvSpPr>
          <p:cNvPr id="16" name="Rectangle 15">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39A5BB5C-6C45-BA78-F901-01C56C37887C}"/>
              </a:ext>
            </a:extLst>
          </p:cNvPr>
          <p:cNvPicPr>
            <a:picLocks noChangeAspect="1"/>
          </p:cNvPicPr>
          <p:nvPr>
            <p:custDataLst>
              <p:tags r:id="rId1"/>
            </p:custDataLst>
          </p:nvPr>
        </p:nvPicPr>
        <p:blipFill>
          <a:blip r:embed="rId6"/>
          <a:srcRect t="39723" b="3897"/>
          <a:stretch>
            <a:fillRect/>
          </a:stretch>
        </p:blipFill>
        <p:spPr>
          <a:xfrm>
            <a:off x="20" y="0"/>
            <a:ext cx="12191980" cy="6856718"/>
          </a:xfrm>
          <a:prstGeom prst="rect">
            <a:avLst/>
          </a:prstGeom>
        </p:spPr>
      </p:pic>
      <p:sp>
        <p:nvSpPr>
          <p:cNvPr id="5" name="TextBox 4">
            <a:extLst>
              <a:ext uri="{FF2B5EF4-FFF2-40B4-BE49-F238E27FC236}">
                <a16:creationId xmlns:a16="http://schemas.microsoft.com/office/drawing/2014/main" id="{9EFC7180-F2C4-9F92-5940-AA453A6F8EC5}"/>
              </a:ext>
            </a:extLst>
          </p:cNvPr>
          <p:cNvSpPr txBox="1"/>
          <p:nvPr>
            <p:custDataLst>
              <p:tags r:id="rId2"/>
            </p:custDataLst>
          </p:nvPr>
        </p:nvSpPr>
        <p:spPr>
          <a:xfrm>
            <a:off x="0" y="79171"/>
            <a:ext cx="12188952" cy="107721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IN" dirty="0"/>
              <a:t> </a:t>
            </a:r>
            <a:r>
              <a:rPr lang="en-IN" sz="3200" b="1" dirty="0">
                <a:latin typeface="Amasis MT Pro Black" panose="02040A04050005020304" pitchFamily="18" charset="0"/>
              </a:rPr>
              <a:t>Does attendance have a strong positive relationship with scores?</a:t>
            </a:r>
          </a:p>
        </p:txBody>
      </p:sp>
      <p:pic>
        <p:nvPicPr>
          <p:cNvPr id="7" name="Picture 6">
            <a:extLst>
              <a:ext uri="{FF2B5EF4-FFF2-40B4-BE49-F238E27FC236}">
                <a16:creationId xmlns:a16="http://schemas.microsoft.com/office/drawing/2014/main" id="{C801EE04-EB11-34FA-7983-1ECCE7E5A9B9}"/>
              </a:ext>
            </a:extLst>
          </p:cNvPr>
          <p:cNvPicPr>
            <a:picLocks noChangeAspect="1"/>
          </p:cNvPicPr>
          <p:nvPr>
            <p:custDataLst>
              <p:tags r:id="rId3"/>
            </p:custDataLst>
          </p:nvPr>
        </p:nvPicPr>
        <p:blipFill>
          <a:blip r:embed="rId7"/>
          <a:srcRect l="1930" r="1221" b="4088"/>
          <a:stretch>
            <a:fillRect/>
          </a:stretch>
        </p:blipFill>
        <p:spPr>
          <a:xfrm>
            <a:off x="2210788" y="1156389"/>
            <a:ext cx="7767376" cy="3983125"/>
          </a:xfrm>
          <a:prstGeom prst="rect">
            <a:avLst/>
          </a:prstGeom>
        </p:spPr>
      </p:pic>
      <p:sp>
        <p:nvSpPr>
          <p:cNvPr id="11" name="TextBox 10">
            <a:extLst>
              <a:ext uri="{FF2B5EF4-FFF2-40B4-BE49-F238E27FC236}">
                <a16:creationId xmlns:a16="http://schemas.microsoft.com/office/drawing/2014/main" id="{31ADB06F-9D1D-603E-74F2-8DBD3F6E35EC}"/>
              </a:ext>
            </a:extLst>
          </p:cNvPr>
          <p:cNvSpPr txBox="1"/>
          <p:nvPr>
            <p:custDataLst>
              <p:tags r:id="rId4"/>
            </p:custDataLst>
          </p:nvPr>
        </p:nvSpPr>
        <p:spPr>
          <a:xfrm>
            <a:off x="28470" y="5401247"/>
            <a:ext cx="12192000" cy="1477328"/>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IN" dirty="0"/>
              <a:t>The analysis indicates that </a:t>
            </a:r>
            <a:r>
              <a:rPr lang="en-IN" b="1" dirty="0"/>
              <a:t>consistent attendance is an important contributor to academic success</a:t>
            </a:r>
            <a:r>
              <a:rPr lang="en-IN" dirty="0"/>
              <a:t>, but it is not the sole determinant of performance. Institutions should prioritize attendance monitoring and early intervention programs for students with declining attendance, while also focusing on improving classroom engagement and learning support services. Encouraging regular attendance can help improve academic outcomes, particularly for students at risk of underperforming</a:t>
            </a:r>
          </a:p>
        </p:txBody>
      </p:sp>
      <p:sp>
        <p:nvSpPr>
          <p:cNvPr id="2" name="Slide Number Placeholder 1">
            <a:extLst>
              <a:ext uri="{FF2B5EF4-FFF2-40B4-BE49-F238E27FC236}">
                <a16:creationId xmlns:a16="http://schemas.microsoft.com/office/drawing/2014/main" id="{000835B7-F6D2-E00D-107D-BAA31572612B}"/>
              </a:ext>
            </a:extLst>
          </p:cNvPr>
          <p:cNvSpPr>
            <a:spLocks noGrp="1"/>
          </p:cNvSpPr>
          <p:nvPr>
            <p:ph type="sldNum" sz="quarter" idx="12"/>
          </p:nvPr>
        </p:nvSpPr>
        <p:spPr/>
        <p:txBody>
          <a:bodyPr/>
          <a:lstStyle/>
          <a:p>
            <a:fld id="{A5BDB9A3-A00E-4BD2-9C77-A4B59AB6A265}" type="slidenum">
              <a:rPr lang="en-IN" smtClean="0"/>
              <a:t>7</a:t>
            </a:fld>
            <a:endParaRPr lang="en-IN"/>
          </a:p>
        </p:txBody>
      </p:sp>
    </p:spTree>
    <p:extLst>
      <p:ext uri="{BB962C8B-B14F-4D97-AF65-F5344CB8AC3E}">
        <p14:creationId xmlns:p14="http://schemas.microsoft.com/office/powerpoint/2010/main" val="1414023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B982F19-F271-E996-B35F-6968B787A31E}"/>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680AE51E-DEBC-4495-C337-3BB58D5F894E}"/>
              </a:ext>
            </a:extLst>
          </p:cNvPr>
          <p:cNvPicPr>
            <a:picLocks noChangeAspect="1"/>
          </p:cNvPicPr>
          <p:nvPr>
            <p:custDataLst>
              <p:tags r:id="rId1"/>
            </p:custDataLst>
          </p:nvPr>
        </p:nvPicPr>
        <p:blipFill>
          <a:blip r:embed="rId6"/>
          <a:srcRect t="17898"/>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4F116632-31BA-F9E0-066D-3DE5AD6E8FAB}"/>
              </a:ext>
            </a:extLst>
          </p:cNvPr>
          <p:cNvSpPr txBox="1"/>
          <p:nvPr>
            <p:custDataLst>
              <p:tags r:id="rId2"/>
            </p:custDataLst>
          </p:nvPr>
        </p:nvSpPr>
        <p:spPr>
          <a:xfrm>
            <a:off x="0" y="126230"/>
            <a:ext cx="12188952"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Does parental education influence student achievement?</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B9B34F12-5973-3512-24D3-445CC4CEB66A}"/>
              </a:ext>
            </a:extLst>
          </p:cNvPr>
          <p:cNvPicPr>
            <a:picLocks noChangeAspect="1"/>
          </p:cNvPicPr>
          <p:nvPr>
            <p:custDataLst>
              <p:tags r:id="rId3"/>
            </p:custDataLst>
          </p:nvPr>
        </p:nvPicPr>
        <p:blipFill>
          <a:blip r:embed="rId7"/>
          <a:stretch>
            <a:fillRect/>
          </a:stretch>
        </p:blipFill>
        <p:spPr>
          <a:xfrm>
            <a:off x="2103501" y="1326559"/>
            <a:ext cx="7981950" cy="3967138"/>
          </a:xfrm>
          <a:prstGeom prst="rect">
            <a:avLst/>
          </a:prstGeom>
        </p:spPr>
      </p:pic>
      <p:sp>
        <p:nvSpPr>
          <p:cNvPr id="10" name="TextBox 9">
            <a:extLst>
              <a:ext uri="{FF2B5EF4-FFF2-40B4-BE49-F238E27FC236}">
                <a16:creationId xmlns:a16="http://schemas.microsoft.com/office/drawing/2014/main" id="{43692BA0-2AA5-C735-8D17-8172A7E7FAAF}"/>
              </a:ext>
            </a:extLst>
          </p:cNvPr>
          <p:cNvSpPr txBox="1"/>
          <p:nvPr>
            <p:custDataLst>
              <p:tags r:id="rId4"/>
            </p:custDataLst>
          </p:nvPr>
        </p:nvSpPr>
        <p:spPr>
          <a:xfrm>
            <a:off x="0" y="5293697"/>
            <a:ext cx="12192000" cy="92333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 analysis indicates that parental education level has a very limited effect on student academic performance within this dataset. Academic success appears to be influenced more by student-specific and institutional factors than by parents' educational qualifications. This is a positive indicator of educational inclusiveness and equal learning opportunities.</a:t>
            </a:r>
            <a:endParaRPr lang="en-IN" dirty="0"/>
          </a:p>
        </p:txBody>
      </p:sp>
      <p:sp>
        <p:nvSpPr>
          <p:cNvPr id="2" name="Slide Number Placeholder 1">
            <a:extLst>
              <a:ext uri="{FF2B5EF4-FFF2-40B4-BE49-F238E27FC236}">
                <a16:creationId xmlns:a16="http://schemas.microsoft.com/office/drawing/2014/main" id="{457EA51F-DB23-9025-C0EC-3F78605521F1}"/>
              </a:ext>
            </a:extLst>
          </p:cNvPr>
          <p:cNvSpPr>
            <a:spLocks noGrp="1"/>
          </p:cNvSpPr>
          <p:nvPr>
            <p:ph type="sldNum" sz="quarter" idx="12"/>
          </p:nvPr>
        </p:nvSpPr>
        <p:spPr/>
        <p:txBody>
          <a:bodyPr/>
          <a:lstStyle/>
          <a:p>
            <a:fld id="{A5BDB9A3-A00E-4BD2-9C77-A4B59AB6A265}" type="slidenum">
              <a:rPr lang="en-IN" smtClean="0"/>
              <a:t>8</a:t>
            </a:fld>
            <a:endParaRPr lang="en-IN"/>
          </a:p>
        </p:txBody>
      </p:sp>
    </p:spTree>
    <p:extLst>
      <p:ext uri="{BB962C8B-B14F-4D97-AF65-F5344CB8AC3E}">
        <p14:creationId xmlns:p14="http://schemas.microsoft.com/office/powerpoint/2010/main" val="2394436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E1A2DC-0654-BB37-612B-71E08D0BEA5B}"/>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00210F77-2FEB-DBD2-7A9A-7A57EB2913D1}"/>
              </a:ext>
            </a:extLst>
          </p:cNvPr>
          <p:cNvPicPr>
            <a:picLocks noChangeAspect="1"/>
          </p:cNvPicPr>
          <p:nvPr>
            <p:custDataLst>
              <p:tags r:id="rId1"/>
            </p:custDataLst>
          </p:nvPr>
        </p:nvPicPr>
        <p:blipFill>
          <a:blip r:embed="rId6"/>
          <a:srcRect t="17295"/>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75533A9B-2432-DC16-7D43-CFB980ECBED0}"/>
              </a:ext>
            </a:extLst>
          </p:cNvPr>
          <p:cNvSpPr txBox="1"/>
          <p:nvPr>
            <p:custDataLst>
              <p:tags r:id="rId2"/>
            </p:custDataLst>
          </p:nvPr>
        </p:nvSpPr>
        <p:spPr>
          <a:xfrm>
            <a:off x="0" y="97459"/>
            <a:ext cx="12190476"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Are Math scores mostly concentrated around the average range?</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E7215E4C-8FAD-987D-86E6-DC99511639D7}"/>
              </a:ext>
            </a:extLst>
          </p:cNvPr>
          <p:cNvPicPr>
            <a:picLocks noChangeAspect="1"/>
          </p:cNvPicPr>
          <p:nvPr>
            <p:custDataLst>
              <p:tags r:id="rId3"/>
            </p:custDataLst>
          </p:nvPr>
        </p:nvPicPr>
        <p:blipFill>
          <a:blip r:embed="rId7"/>
          <a:srcRect l="5902" r="3772"/>
          <a:stretch>
            <a:fillRect/>
          </a:stretch>
        </p:blipFill>
        <p:spPr>
          <a:xfrm>
            <a:off x="2292933" y="1297788"/>
            <a:ext cx="7070523" cy="3723817"/>
          </a:xfrm>
          <a:prstGeom prst="rect">
            <a:avLst/>
          </a:prstGeom>
        </p:spPr>
      </p:pic>
      <p:sp>
        <p:nvSpPr>
          <p:cNvPr id="10" name="TextBox 9">
            <a:extLst>
              <a:ext uri="{FF2B5EF4-FFF2-40B4-BE49-F238E27FC236}">
                <a16:creationId xmlns:a16="http://schemas.microsoft.com/office/drawing/2014/main" id="{108B42FE-CF7A-63D8-A093-F789C12AA508}"/>
              </a:ext>
            </a:extLst>
          </p:cNvPr>
          <p:cNvSpPr txBox="1"/>
          <p:nvPr>
            <p:custDataLst>
              <p:tags r:id="rId4"/>
            </p:custDataLst>
          </p:nvPr>
        </p:nvSpPr>
        <p:spPr>
          <a:xfrm>
            <a:off x="1524" y="5192435"/>
            <a:ext cx="12190476"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A grading anomaly has created an unnatural spike of perfect scores. While the bulk of the class performed normally (averaging around a 70), there is a massive, disproportionate cluster of students who scored exactly 100. This highly irregular spike suggests that grades were either capped at 100, or heavy extra credit artificially pushed a large volume of top-performing students into the perfect score bracket.</a:t>
            </a:r>
            <a:endParaRPr lang="en-IN" dirty="0"/>
          </a:p>
        </p:txBody>
      </p:sp>
      <p:sp>
        <p:nvSpPr>
          <p:cNvPr id="2" name="Slide Number Placeholder 1">
            <a:extLst>
              <a:ext uri="{FF2B5EF4-FFF2-40B4-BE49-F238E27FC236}">
                <a16:creationId xmlns:a16="http://schemas.microsoft.com/office/drawing/2014/main" id="{41862EAD-D17C-C3A3-B851-CC78532587EB}"/>
              </a:ext>
            </a:extLst>
          </p:cNvPr>
          <p:cNvSpPr>
            <a:spLocks noGrp="1"/>
          </p:cNvSpPr>
          <p:nvPr>
            <p:ph type="sldNum" sz="quarter" idx="12"/>
          </p:nvPr>
        </p:nvSpPr>
        <p:spPr/>
        <p:txBody>
          <a:bodyPr/>
          <a:lstStyle/>
          <a:p>
            <a:fld id="{A5BDB9A3-A00E-4BD2-9C77-A4B59AB6A265}" type="slidenum">
              <a:rPr lang="en-IN" smtClean="0"/>
              <a:t>9</a:t>
            </a:fld>
            <a:endParaRPr lang="en-IN"/>
          </a:p>
        </p:txBody>
      </p:sp>
    </p:spTree>
    <p:extLst>
      <p:ext uri="{BB962C8B-B14F-4D97-AF65-F5344CB8AC3E}">
        <p14:creationId xmlns:p14="http://schemas.microsoft.com/office/powerpoint/2010/main" val="1174771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051DC-88F5-260D-EFF3-E4C8C6361F41}"/>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8B76AC18-417A-B4C6-7B3E-D32EC32E8397}"/>
              </a:ext>
            </a:extLst>
          </p:cNvPr>
          <p:cNvPicPr>
            <a:picLocks noChangeAspect="1"/>
          </p:cNvPicPr>
          <p:nvPr>
            <p:custDataLst>
              <p:tags r:id="rId1"/>
            </p:custDataLst>
          </p:nvPr>
        </p:nvPicPr>
        <p:blipFill>
          <a:blip r:embed="rId6"/>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7B660848-858A-562F-A420-395111FE9110}"/>
              </a:ext>
            </a:extLst>
          </p:cNvPr>
          <p:cNvSpPr txBox="1"/>
          <p:nvPr>
            <p:custDataLst>
              <p:tags r:id="rId2"/>
            </p:custDataLst>
          </p:nvPr>
        </p:nvSpPr>
        <p:spPr>
          <a:xfrm>
            <a:off x="0" y="199382"/>
            <a:ext cx="12096750" cy="646331"/>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Do certain study methods lead to better scores?</a:t>
            </a:r>
            <a:endParaRPr lang="en-IN" sz="3600" dirty="0">
              <a:latin typeface="Amasis MT Pro Black" panose="02040A04050005020304" pitchFamily="18" charset="0"/>
            </a:endParaRPr>
          </a:p>
        </p:txBody>
      </p:sp>
      <p:pic>
        <p:nvPicPr>
          <p:cNvPr id="9" name="Picture 8">
            <a:extLst>
              <a:ext uri="{FF2B5EF4-FFF2-40B4-BE49-F238E27FC236}">
                <a16:creationId xmlns:a16="http://schemas.microsoft.com/office/drawing/2014/main" id="{C4A29501-7235-37D9-334D-B602A01A43C1}"/>
              </a:ext>
            </a:extLst>
          </p:cNvPr>
          <p:cNvPicPr>
            <a:picLocks noChangeAspect="1"/>
          </p:cNvPicPr>
          <p:nvPr>
            <p:custDataLst>
              <p:tags r:id="rId3"/>
            </p:custDataLst>
          </p:nvPr>
        </p:nvPicPr>
        <p:blipFill>
          <a:blip r:embed="rId7"/>
          <a:srcRect r="3201" b="2995"/>
          <a:stretch>
            <a:fillRect/>
          </a:stretch>
        </p:blipFill>
        <p:spPr>
          <a:xfrm>
            <a:off x="2066925" y="845713"/>
            <a:ext cx="7708011" cy="3982319"/>
          </a:xfrm>
          <a:prstGeom prst="rect">
            <a:avLst/>
          </a:prstGeom>
        </p:spPr>
      </p:pic>
      <p:sp>
        <p:nvSpPr>
          <p:cNvPr id="11" name="TextBox 10">
            <a:extLst>
              <a:ext uri="{FF2B5EF4-FFF2-40B4-BE49-F238E27FC236}">
                <a16:creationId xmlns:a16="http://schemas.microsoft.com/office/drawing/2014/main" id="{9AE40C54-B322-0967-D8ED-620376D9F18F}"/>
              </a:ext>
            </a:extLst>
          </p:cNvPr>
          <p:cNvSpPr txBox="1"/>
          <p:nvPr>
            <p:custDataLst>
              <p:tags r:id="rId4"/>
            </p:custDataLst>
          </p:nvPr>
        </p:nvSpPr>
        <p:spPr>
          <a:xfrm>
            <a:off x="0" y="4949333"/>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 analysis suggests that students can achieve similar academic outcomes regardless of their preferred study method, provided they remain engaged and consistent in their learning. While Group Study shows a slight advantage, the differences are too small to indicate a substantial performance gap. Institutions should therefore focus on promoting effective learning strategies and student engagement rather than emphasizing a single study approach.</a:t>
            </a:r>
            <a:endParaRPr lang="en-IN" dirty="0"/>
          </a:p>
        </p:txBody>
      </p:sp>
      <p:sp>
        <p:nvSpPr>
          <p:cNvPr id="2" name="Slide Number Placeholder 1">
            <a:extLst>
              <a:ext uri="{FF2B5EF4-FFF2-40B4-BE49-F238E27FC236}">
                <a16:creationId xmlns:a16="http://schemas.microsoft.com/office/drawing/2014/main" id="{0330684B-F7DC-3B0C-38CF-52BD3EF5FD35}"/>
              </a:ext>
            </a:extLst>
          </p:cNvPr>
          <p:cNvSpPr>
            <a:spLocks noGrp="1"/>
          </p:cNvSpPr>
          <p:nvPr>
            <p:ph type="sldNum" sz="quarter" idx="12"/>
          </p:nvPr>
        </p:nvSpPr>
        <p:spPr/>
        <p:txBody>
          <a:bodyPr/>
          <a:lstStyle/>
          <a:p>
            <a:fld id="{A5BDB9A3-A00E-4BD2-9C77-A4B59AB6A265}" type="slidenum">
              <a:rPr lang="en-IN" smtClean="0"/>
              <a:t>10</a:t>
            </a:fld>
            <a:endParaRPr lang="en-IN"/>
          </a:p>
        </p:txBody>
      </p:sp>
    </p:spTree>
    <p:extLst>
      <p:ext uri="{BB962C8B-B14F-4D97-AF65-F5344CB8AC3E}">
        <p14:creationId xmlns:p14="http://schemas.microsoft.com/office/powerpoint/2010/main" val="33065923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B9C058-D339-4067-EDBA-31D14948C294}"/>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E8270366-A19B-03CE-4B47-B903EEB6ADD2}"/>
              </a:ext>
            </a:extLst>
          </p:cNvPr>
          <p:cNvPicPr>
            <a:picLocks noChangeAspect="1"/>
          </p:cNvPicPr>
          <p:nvPr>
            <p:custDataLst>
              <p:tags r:id="rId1"/>
            </p:custDataLst>
          </p:nvPr>
        </p:nvPicPr>
        <p:blipFill>
          <a:blip r:embed="rId6"/>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3F2FA146-6E0B-CB36-9612-AFDAED8533CB}"/>
              </a:ext>
            </a:extLst>
          </p:cNvPr>
          <p:cNvSpPr txBox="1"/>
          <p:nvPr>
            <p:custDataLst>
              <p:tags r:id="rId2"/>
            </p:custDataLst>
          </p:nvPr>
        </p:nvSpPr>
        <p:spPr>
          <a:xfrm>
            <a:off x="0" y="86564"/>
            <a:ext cx="12192000" cy="132343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4000" dirty="0">
                <a:latin typeface="Amasis MT Pro Black" panose="02040A04050005020304" pitchFamily="18" charset="0"/>
              </a:rPr>
              <a:t>Does school type impact student performance?</a:t>
            </a:r>
            <a:endParaRPr lang="en-IN" sz="4000" dirty="0">
              <a:latin typeface="Amasis MT Pro Black" panose="02040A04050005020304" pitchFamily="18" charset="0"/>
            </a:endParaRPr>
          </a:p>
        </p:txBody>
      </p:sp>
      <p:pic>
        <p:nvPicPr>
          <p:cNvPr id="7" name="Picture 6">
            <a:extLst>
              <a:ext uri="{FF2B5EF4-FFF2-40B4-BE49-F238E27FC236}">
                <a16:creationId xmlns:a16="http://schemas.microsoft.com/office/drawing/2014/main" id="{704CEE67-AF2B-DBB6-9233-984A16B5FD06}"/>
              </a:ext>
            </a:extLst>
          </p:cNvPr>
          <p:cNvPicPr>
            <a:picLocks noChangeAspect="1"/>
          </p:cNvPicPr>
          <p:nvPr>
            <p:custDataLst>
              <p:tags r:id="rId3"/>
            </p:custDataLst>
          </p:nvPr>
        </p:nvPicPr>
        <p:blipFill>
          <a:blip r:embed="rId7"/>
          <a:stretch>
            <a:fillRect/>
          </a:stretch>
        </p:blipFill>
        <p:spPr>
          <a:xfrm>
            <a:off x="2023110" y="1410003"/>
            <a:ext cx="7962900" cy="4191000"/>
          </a:xfrm>
          <a:prstGeom prst="rect">
            <a:avLst/>
          </a:prstGeom>
        </p:spPr>
      </p:pic>
      <p:sp>
        <p:nvSpPr>
          <p:cNvPr id="9" name="TextBox 8">
            <a:extLst>
              <a:ext uri="{FF2B5EF4-FFF2-40B4-BE49-F238E27FC236}">
                <a16:creationId xmlns:a16="http://schemas.microsoft.com/office/drawing/2014/main" id="{E57ACC21-4820-DB58-5042-86A0D6942DAF}"/>
              </a:ext>
            </a:extLst>
          </p:cNvPr>
          <p:cNvSpPr txBox="1"/>
          <p:nvPr>
            <p:custDataLst>
              <p:tags r:id="rId4"/>
            </p:custDataLst>
          </p:nvPr>
        </p:nvSpPr>
        <p:spPr>
          <a:xfrm>
            <a:off x="0" y="5447997"/>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Private schools tend to yield higher overall scores than Public </a:t>
            </a:r>
            <a:r>
              <a:rPr lang="en-US" dirty="0" err="1"/>
              <a:t>schools.The</a:t>
            </a:r>
            <a:r>
              <a:rPr lang="en-US" dirty="0"/>
              <a:t> median score and the middle 50% of the data are visibly higher for Private schools (median ~72) compared to Public schools (median ~65). While both school types have high and low outliers, the overall distribution suggests a general performance advantage associated with the Private school category.</a:t>
            </a:r>
            <a:endParaRPr lang="en-IN" dirty="0"/>
          </a:p>
        </p:txBody>
      </p:sp>
      <p:sp>
        <p:nvSpPr>
          <p:cNvPr id="2" name="Slide Number Placeholder 1">
            <a:extLst>
              <a:ext uri="{FF2B5EF4-FFF2-40B4-BE49-F238E27FC236}">
                <a16:creationId xmlns:a16="http://schemas.microsoft.com/office/drawing/2014/main" id="{C0661C23-AE19-5C73-44B0-8C4C47D258AE}"/>
              </a:ext>
            </a:extLst>
          </p:cNvPr>
          <p:cNvSpPr>
            <a:spLocks noGrp="1"/>
          </p:cNvSpPr>
          <p:nvPr>
            <p:ph type="sldNum" sz="quarter" idx="12"/>
          </p:nvPr>
        </p:nvSpPr>
        <p:spPr/>
        <p:txBody>
          <a:bodyPr/>
          <a:lstStyle/>
          <a:p>
            <a:fld id="{A5BDB9A3-A00E-4BD2-9C77-A4B59AB6A265}" type="slidenum">
              <a:rPr lang="en-IN" smtClean="0"/>
              <a:t>11</a:t>
            </a:fld>
            <a:endParaRPr lang="en-IN"/>
          </a:p>
        </p:txBody>
      </p:sp>
    </p:spTree>
    <p:extLst>
      <p:ext uri="{BB962C8B-B14F-4D97-AF65-F5344CB8AC3E}">
        <p14:creationId xmlns:p14="http://schemas.microsoft.com/office/powerpoint/2010/main" val="23000421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C2FA8A-99E7-8B9B-05EA-EC17F91638F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8F5A3207-559A-33A2-B384-6373A8FEFC0F}"/>
              </a:ext>
            </a:extLst>
          </p:cNvPr>
          <p:cNvPicPr>
            <a:picLocks noChangeAspect="1"/>
          </p:cNvPicPr>
          <p:nvPr>
            <p:custDataLst>
              <p:tags r:id="rId1"/>
            </p:custDataLst>
          </p:nvPr>
        </p:nvPicPr>
        <p:blipFill>
          <a:blip r:embed="rId6"/>
          <a:srcRect t="7943"/>
          <a:stretch>
            <a:fillRect/>
          </a:stretch>
        </p:blipFill>
        <p:spPr>
          <a:xfrm>
            <a:off x="456817" y="347472"/>
            <a:ext cx="11277600" cy="5943600"/>
          </a:xfrm>
          <a:prstGeom prst="rect">
            <a:avLst/>
          </a:prstGeom>
        </p:spPr>
      </p:pic>
      <p:sp>
        <p:nvSpPr>
          <p:cNvPr id="5" name="TextBox 4">
            <a:extLst>
              <a:ext uri="{FF2B5EF4-FFF2-40B4-BE49-F238E27FC236}">
                <a16:creationId xmlns:a16="http://schemas.microsoft.com/office/drawing/2014/main" id="{A0C6F3C6-3AD3-2523-EFDE-E7C0718EAF19}"/>
              </a:ext>
            </a:extLst>
          </p:cNvPr>
          <p:cNvSpPr txBox="1"/>
          <p:nvPr>
            <p:custDataLst>
              <p:tags r:id="rId2"/>
            </p:custDataLst>
          </p:nvPr>
        </p:nvSpPr>
        <p:spPr>
          <a:xfrm>
            <a:off x="-2312" y="263313"/>
            <a:ext cx="12191234"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Do students with shorter travel times perform better?</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A7923BF5-2A67-A813-AA5E-55351F9102A4}"/>
              </a:ext>
            </a:extLst>
          </p:cNvPr>
          <p:cNvPicPr>
            <a:picLocks noChangeAspect="1"/>
          </p:cNvPicPr>
          <p:nvPr>
            <p:custDataLst>
              <p:tags r:id="rId3"/>
            </p:custDataLst>
          </p:nvPr>
        </p:nvPicPr>
        <p:blipFill>
          <a:blip r:embed="rId7"/>
          <a:srcRect l="1866" t="2078" r="1561" b="2059"/>
          <a:stretch>
            <a:fillRect/>
          </a:stretch>
        </p:blipFill>
        <p:spPr>
          <a:xfrm>
            <a:off x="2246376" y="1487132"/>
            <a:ext cx="7699248" cy="3883735"/>
          </a:xfrm>
          <a:prstGeom prst="rect">
            <a:avLst/>
          </a:prstGeom>
        </p:spPr>
      </p:pic>
      <p:sp>
        <p:nvSpPr>
          <p:cNvPr id="11" name="TextBox 10">
            <a:extLst>
              <a:ext uri="{FF2B5EF4-FFF2-40B4-BE49-F238E27FC236}">
                <a16:creationId xmlns:a16="http://schemas.microsoft.com/office/drawing/2014/main" id="{A28117DA-D48D-0BCE-7C95-813DA661FFD5}"/>
              </a:ext>
            </a:extLst>
          </p:cNvPr>
          <p:cNvSpPr txBox="1"/>
          <p:nvPr>
            <p:custDataLst>
              <p:tags r:id="rId4"/>
            </p:custDataLst>
          </p:nvPr>
        </p:nvSpPr>
        <p:spPr>
          <a:xfrm>
            <a:off x="109729" y="5650993"/>
            <a:ext cx="12079193" cy="92333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Travel time does not impact the overall </a:t>
            </a:r>
            <a:r>
              <a:rPr lang="en-US" dirty="0" err="1"/>
              <a:t>score.Regardless</a:t>
            </a:r>
            <a:r>
              <a:rPr lang="en-US" dirty="0"/>
              <a:t> of whether the commute takes under 15 minutes or over an hour, the average score remains practically identical across all groups (averaging ~69.7), proving that travel duration is completely unrelated to the measured outcome.</a:t>
            </a:r>
            <a:endParaRPr lang="en-IN" dirty="0"/>
          </a:p>
        </p:txBody>
      </p:sp>
      <p:sp>
        <p:nvSpPr>
          <p:cNvPr id="2" name="Slide Number Placeholder 1">
            <a:extLst>
              <a:ext uri="{FF2B5EF4-FFF2-40B4-BE49-F238E27FC236}">
                <a16:creationId xmlns:a16="http://schemas.microsoft.com/office/drawing/2014/main" id="{40E96986-EB3E-5DCB-EB19-829D4338AA0D}"/>
              </a:ext>
            </a:extLst>
          </p:cNvPr>
          <p:cNvSpPr>
            <a:spLocks noGrp="1"/>
          </p:cNvSpPr>
          <p:nvPr>
            <p:ph type="sldNum" sz="quarter" idx="12"/>
          </p:nvPr>
        </p:nvSpPr>
        <p:spPr/>
        <p:txBody>
          <a:bodyPr/>
          <a:lstStyle/>
          <a:p>
            <a:fld id="{A5BDB9A3-A00E-4BD2-9C77-A4B59AB6A265}" type="slidenum">
              <a:rPr lang="en-IN" smtClean="0"/>
              <a:t>12</a:t>
            </a:fld>
            <a:endParaRPr lang="en-IN"/>
          </a:p>
        </p:txBody>
      </p:sp>
    </p:spTree>
    <p:extLst>
      <p:ext uri="{BB962C8B-B14F-4D97-AF65-F5344CB8AC3E}">
        <p14:creationId xmlns:p14="http://schemas.microsoft.com/office/powerpoint/2010/main" val="31198986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FC844-E09E-7BBE-3FEE-7808FE9E509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302F98E-F77D-0B12-4D31-A1488A4157BC}"/>
              </a:ext>
            </a:extLst>
          </p:cNvPr>
          <p:cNvPicPr>
            <a:picLocks noChangeAspect="1"/>
          </p:cNvPicPr>
          <p:nvPr>
            <p:custDataLst>
              <p:tags r:id="rId1"/>
            </p:custDataLst>
          </p:nvPr>
        </p:nvPicPr>
        <p:blipFill>
          <a:blip r:embed="rId6"/>
          <a:stretch>
            <a:fillRect/>
          </a:stretch>
        </p:blipFill>
        <p:spPr>
          <a:xfrm>
            <a:off x="95250" y="0"/>
            <a:ext cx="12001500" cy="6858000"/>
          </a:xfrm>
          <a:prstGeom prst="rect">
            <a:avLst/>
          </a:prstGeom>
        </p:spPr>
      </p:pic>
      <p:sp>
        <p:nvSpPr>
          <p:cNvPr id="5" name="TextBox 4">
            <a:extLst>
              <a:ext uri="{FF2B5EF4-FFF2-40B4-BE49-F238E27FC236}">
                <a16:creationId xmlns:a16="http://schemas.microsoft.com/office/drawing/2014/main" id="{74A15D89-AF37-5994-CDC6-34E1ECE51E7C}"/>
              </a:ext>
            </a:extLst>
          </p:cNvPr>
          <p:cNvSpPr txBox="1"/>
          <p:nvPr>
            <p:custDataLst>
              <p:tags r:id="rId2"/>
            </p:custDataLst>
          </p:nvPr>
        </p:nvSpPr>
        <p:spPr>
          <a:xfrm>
            <a:off x="0" y="126230"/>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 </a:t>
            </a:r>
            <a:r>
              <a:rPr lang="en-US" sz="3600" b="1" dirty="0">
                <a:latin typeface="Amasis MT Pro Black" panose="02040A04050005020304" pitchFamily="18" charset="0"/>
              </a:rPr>
              <a:t>How can top performers be identified for scholarships</a:t>
            </a:r>
            <a:r>
              <a:rPr lang="en-US" sz="3600" dirty="0">
                <a:latin typeface="Amasis MT Pro Black" panose="02040A04050005020304" pitchFamily="18" charset="0"/>
              </a:rPr>
              <a:t>?</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6A3902F6-B5F7-E9B2-68FA-96DE102F2143}"/>
              </a:ext>
            </a:extLst>
          </p:cNvPr>
          <p:cNvPicPr>
            <a:picLocks noChangeAspect="1"/>
          </p:cNvPicPr>
          <p:nvPr>
            <p:custDataLst>
              <p:tags r:id="rId3"/>
            </p:custDataLst>
          </p:nvPr>
        </p:nvPicPr>
        <p:blipFill>
          <a:blip r:embed="rId7"/>
          <a:srcRect l="781" r="2076" b="2110"/>
          <a:stretch>
            <a:fillRect/>
          </a:stretch>
        </p:blipFill>
        <p:spPr>
          <a:xfrm>
            <a:off x="2157984" y="1366837"/>
            <a:ext cx="7772400" cy="4037267"/>
          </a:xfrm>
          <a:prstGeom prst="rect">
            <a:avLst/>
          </a:prstGeom>
        </p:spPr>
      </p:pic>
      <p:sp>
        <p:nvSpPr>
          <p:cNvPr id="9" name="TextBox 8">
            <a:extLst>
              <a:ext uri="{FF2B5EF4-FFF2-40B4-BE49-F238E27FC236}">
                <a16:creationId xmlns:a16="http://schemas.microsoft.com/office/drawing/2014/main" id="{2AF20030-C6FD-723E-51A4-5796BA5F4E90}"/>
              </a:ext>
            </a:extLst>
          </p:cNvPr>
          <p:cNvSpPr txBox="1"/>
          <p:nvPr>
            <p:custDataLst>
              <p:tags r:id="rId4"/>
            </p:custDataLst>
          </p:nvPr>
        </p:nvSpPr>
        <p:spPr>
          <a:xfrm>
            <a:off x="0" y="5530887"/>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The analysis suggests that students can achieve similar academic outcomes regardless of their preferred study method, provided they remain engaged and consistent in their learning. While Group Study shows a slight advantage, the differences are too small to indicate a substantial performance gap. Institutions should therefore focus on promoting effective learning strategies and student engagement rather than emphasizing a single study approach.</a:t>
            </a:r>
            <a:endParaRPr lang="en-IN" dirty="0"/>
          </a:p>
        </p:txBody>
      </p:sp>
      <p:sp>
        <p:nvSpPr>
          <p:cNvPr id="2" name="Slide Number Placeholder 1">
            <a:extLst>
              <a:ext uri="{FF2B5EF4-FFF2-40B4-BE49-F238E27FC236}">
                <a16:creationId xmlns:a16="http://schemas.microsoft.com/office/drawing/2014/main" id="{B6CAD31E-D3C0-F424-B02C-037BD88EB8A1}"/>
              </a:ext>
            </a:extLst>
          </p:cNvPr>
          <p:cNvSpPr>
            <a:spLocks noGrp="1"/>
          </p:cNvSpPr>
          <p:nvPr>
            <p:ph type="sldNum" sz="quarter" idx="12"/>
          </p:nvPr>
        </p:nvSpPr>
        <p:spPr/>
        <p:txBody>
          <a:bodyPr/>
          <a:lstStyle/>
          <a:p>
            <a:fld id="{A5BDB9A3-A00E-4BD2-9C77-A4B59AB6A265}" type="slidenum">
              <a:rPr lang="en-IN" smtClean="0"/>
              <a:t>13</a:t>
            </a:fld>
            <a:endParaRPr lang="en-IN"/>
          </a:p>
        </p:txBody>
      </p:sp>
    </p:spTree>
    <p:extLst>
      <p:ext uri="{BB962C8B-B14F-4D97-AF65-F5344CB8AC3E}">
        <p14:creationId xmlns:p14="http://schemas.microsoft.com/office/powerpoint/2010/main" val="32755137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CDB630-5D59-505A-13BB-8BF61207A965}"/>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6C22E10D-1C37-C153-244E-9E1CE562A317}"/>
              </a:ext>
            </a:extLst>
          </p:cNvPr>
          <p:cNvPicPr>
            <a:picLocks noChangeAspect="1"/>
          </p:cNvPicPr>
          <p:nvPr>
            <p:custDataLst>
              <p:tags r:id="rId1"/>
            </p:custDataLst>
          </p:nvPr>
        </p:nvPicPr>
        <p:blipFill>
          <a:blip r:embed="rId6"/>
          <a:srcRect t="13123" b="30637"/>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51892660-6A02-7473-BE46-177AD857FE33}"/>
              </a:ext>
            </a:extLst>
          </p:cNvPr>
          <p:cNvSpPr txBox="1"/>
          <p:nvPr>
            <p:custDataLst>
              <p:tags r:id="rId2"/>
            </p:custDataLst>
          </p:nvPr>
        </p:nvSpPr>
        <p:spPr>
          <a:xfrm>
            <a:off x="3048" y="126230"/>
            <a:ext cx="12188952"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 Are English scores evenly distributed among students</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75AF6F73-1A1A-C21D-1020-582DFF8FB66C}"/>
              </a:ext>
            </a:extLst>
          </p:cNvPr>
          <p:cNvPicPr>
            <a:picLocks noChangeAspect="1"/>
          </p:cNvPicPr>
          <p:nvPr>
            <p:custDataLst>
              <p:tags r:id="rId3"/>
            </p:custDataLst>
          </p:nvPr>
        </p:nvPicPr>
        <p:blipFill>
          <a:blip r:embed="rId7"/>
          <a:srcRect l="6215" r="4653"/>
          <a:stretch>
            <a:fillRect/>
          </a:stretch>
        </p:blipFill>
        <p:spPr>
          <a:xfrm>
            <a:off x="2342271" y="1326559"/>
            <a:ext cx="7712122" cy="4272343"/>
          </a:xfrm>
          <a:prstGeom prst="rect">
            <a:avLst/>
          </a:prstGeom>
        </p:spPr>
      </p:pic>
      <p:sp>
        <p:nvSpPr>
          <p:cNvPr id="10" name="TextBox 9">
            <a:extLst>
              <a:ext uri="{FF2B5EF4-FFF2-40B4-BE49-F238E27FC236}">
                <a16:creationId xmlns:a16="http://schemas.microsoft.com/office/drawing/2014/main" id="{FE661D76-3460-CDD8-C41E-EF90036925A1}"/>
              </a:ext>
            </a:extLst>
          </p:cNvPr>
          <p:cNvSpPr txBox="1"/>
          <p:nvPr>
            <p:custDataLst>
              <p:tags r:id="rId4"/>
            </p:custDataLst>
          </p:nvPr>
        </p:nvSpPr>
        <p:spPr>
          <a:xfrm>
            <a:off x="20" y="5628286"/>
            <a:ext cx="1219198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A grading cap or extra credit has caused an unnatural cluster of perfect scores. While the general class performance follows a natural curve (peaking around 70), there is a disproportionately massive cluster of students who scored exactly 100. This highly irregular spike suggests that grades were capped at 100, or heavy extra credit artificially pushed a large volume of top-performing students into the perfect score bracket.</a:t>
            </a:r>
            <a:endParaRPr lang="en-IN" dirty="0"/>
          </a:p>
        </p:txBody>
      </p:sp>
      <p:sp>
        <p:nvSpPr>
          <p:cNvPr id="2" name="Slide Number Placeholder 1">
            <a:extLst>
              <a:ext uri="{FF2B5EF4-FFF2-40B4-BE49-F238E27FC236}">
                <a16:creationId xmlns:a16="http://schemas.microsoft.com/office/drawing/2014/main" id="{090583DA-2F5C-6895-1964-47D9E23DB664}"/>
              </a:ext>
            </a:extLst>
          </p:cNvPr>
          <p:cNvSpPr>
            <a:spLocks noGrp="1"/>
          </p:cNvSpPr>
          <p:nvPr>
            <p:ph type="sldNum" sz="quarter" idx="12"/>
          </p:nvPr>
        </p:nvSpPr>
        <p:spPr/>
        <p:txBody>
          <a:bodyPr/>
          <a:lstStyle/>
          <a:p>
            <a:fld id="{A5BDB9A3-A00E-4BD2-9C77-A4B59AB6A265}" type="slidenum">
              <a:rPr lang="en-IN" smtClean="0"/>
              <a:t>14</a:t>
            </a:fld>
            <a:endParaRPr lang="en-IN"/>
          </a:p>
        </p:txBody>
      </p:sp>
    </p:spTree>
    <p:extLst>
      <p:ext uri="{BB962C8B-B14F-4D97-AF65-F5344CB8AC3E}">
        <p14:creationId xmlns:p14="http://schemas.microsoft.com/office/powerpoint/2010/main" val="38673079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9FCF32C-C66B-5076-6F52-E1CA9D64F96D}"/>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40525B0D-2341-4A15-34E9-57DB6BF359B6}"/>
              </a:ext>
            </a:extLst>
          </p:cNvPr>
          <p:cNvPicPr>
            <a:picLocks noChangeAspect="1"/>
          </p:cNvPicPr>
          <p:nvPr>
            <p:custDataLst>
              <p:tags r:id="rId1"/>
            </p:custDataLst>
          </p:nvPr>
        </p:nvPicPr>
        <p:blipFill>
          <a:blip r:embed="rId6"/>
          <a:srcRect t="1334"/>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A5CD39C7-48FD-9053-91B5-FDB44A0FD14A}"/>
              </a:ext>
            </a:extLst>
          </p:cNvPr>
          <p:cNvSpPr txBox="1"/>
          <p:nvPr>
            <p:custDataLst>
              <p:tags r:id="rId2"/>
            </p:custDataLst>
          </p:nvPr>
        </p:nvSpPr>
        <p:spPr>
          <a:xfrm>
            <a:off x="20" y="88315"/>
            <a:ext cx="1219198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b="1" dirty="0">
                <a:latin typeface="Amasis MT Pro Black" panose="02040A04050005020304" pitchFamily="18" charset="0"/>
              </a:rPr>
              <a:t>How can low-performing students be targeted for intervention?</a:t>
            </a:r>
            <a:endParaRPr lang="en-IN" sz="3600" b="1" dirty="0">
              <a:latin typeface="Amasis MT Pro Black" panose="02040A04050005020304" pitchFamily="18" charset="0"/>
            </a:endParaRPr>
          </a:p>
        </p:txBody>
      </p:sp>
      <p:pic>
        <p:nvPicPr>
          <p:cNvPr id="7" name="Picture 6">
            <a:extLst>
              <a:ext uri="{FF2B5EF4-FFF2-40B4-BE49-F238E27FC236}">
                <a16:creationId xmlns:a16="http://schemas.microsoft.com/office/drawing/2014/main" id="{CE664627-FF22-3C46-9340-A3A6810D027E}"/>
              </a:ext>
            </a:extLst>
          </p:cNvPr>
          <p:cNvPicPr>
            <a:picLocks noChangeAspect="1"/>
          </p:cNvPicPr>
          <p:nvPr>
            <p:custDataLst>
              <p:tags r:id="rId3"/>
            </p:custDataLst>
          </p:nvPr>
        </p:nvPicPr>
        <p:blipFill>
          <a:blip r:embed="rId7"/>
          <a:srcRect l="1669" t="2101" r="4017" b="3763"/>
          <a:stretch>
            <a:fillRect/>
          </a:stretch>
        </p:blipFill>
        <p:spPr>
          <a:xfrm>
            <a:off x="2017808" y="1288644"/>
            <a:ext cx="7797521" cy="3900412"/>
          </a:xfrm>
          <a:prstGeom prst="rect">
            <a:avLst/>
          </a:prstGeom>
        </p:spPr>
      </p:pic>
      <p:sp>
        <p:nvSpPr>
          <p:cNvPr id="10" name="TextBox 9">
            <a:extLst>
              <a:ext uri="{FF2B5EF4-FFF2-40B4-BE49-F238E27FC236}">
                <a16:creationId xmlns:a16="http://schemas.microsoft.com/office/drawing/2014/main" id="{FA43F35E-92CA-F387-2438-1959783802FD}"/>
              </a:ext>
            </a:extLst>
          </p:cNvPr>
          <p:cNvSpPr txBox="1"/>
          <p:nvPr>
            <p:custDataLst>
              <p:tags r:id="rId4"/>
            </p:custDataLst>
          </p:nvPr>
        </p:nvSpPr>
        <p:spPr>
          <a:xfrm>
            <a:off x="0" y="5561863"/>
            <a:ext cx="12190476" cy="92333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Interventions overwhelmingly target borderline passing </a:t>
            </a:r>
            <a:r>
              <a:rPr lang="en-US" dirty="0" err="1"/>
              <a:t>students.Nearly</a:t>
            </a:r>
            <a:r>
              <a:rPr lang="en-US" dirty="0"/>
              <a:t> 80% of all students flagged for intervention finished with a 'D' grade (1,974 students), which is nearly four times the number of students who flagged and failed with an 'F' (531 students). This shows the flagging system is catching students who are struggling but still barely passing.</a:t>
            </a:r>
            <a:endParaRPr lang="en-IN" dirty="0"/>
          </a:p>
        </p:txBody>
      </p:sp>
      <p:sp>
        <p:nvSpPr>
          <p:cNvPr id="2" name="Slide Number Placeholder 1">
            <a:extLst>
              <a:ext uri="{FF2B5EF4-FFF2-40B4-BE49-F238E27FC236}">
                <a16:creationId xmlns:a16="http://schemas.microsoft.com/office/drawing/2014/main" id="{AE468FEA-DF96-6F2F-7426-0F41F16A098D}"/>
              </a:ext>
            </a:extLst>
          </p:cNvPr>
          <p:cNvSpPr>
            <a:spLocks noGrp="1"/>
          </p:cNvSpPr>
          <p:nvPr>
            <p:ph type="sldNum" sz="quarter" idx="12"/>
          </p:nvPr>
        </p:nvSpPr>
        <p:spPr/>
        <p:txBody>
          <a:bodyPr/>
          <a:lstStyle/>
          <a:p>
            <a:fld id="{A5BDB9A3-A00E-4BD2-9C77-A4B59AB6A265}" type="slidenum">
              <a:rPr lang="en-IN" smtClean="0"/>
              <a:t>15</a:t>
            </a:fld>
            <a:endParaRPr lang="en-IN"/>
          </a:p>
        </p:txBody>
      </p:sp>
    </p:spTree>
    <p:extLst>
      <p:ext uri="{BB962C8B-B14F-4D97-AF65-F5344CB8AC3E}">
        <p14:creationId xmlns:p14="http://schemas.microsoft.com/office/powerpoint/2010/main" val="2855592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AE820F-F972-AA72-DBCD-4B9FCAC02220}"/>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37457CB8-2775-6528-4B1A-423F7EBF6DCC}"/>
              </a:ext>
            </a:extLst>
          </p:cNvPr>
          <p:cNvPicPr>
            <a:picLocks noChangeAspect="1"/>
          </p:cNvPicPr>
          <p:nvPr>
            <p:custDataLst>
              <p:tags r:id="rId1"/>
            </p:custDataLst>
          </p:nvPr>
        </p:nvPicPr>
        <p:blipFill>
          <a:blip r:embed="rId6"/>
          <a:srcRect t="18648" b="1010"/>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294BE4D2-E2BD-4060-E5E8-59866B5F2E67}"/>
              </a:ext>
            </a:extLst>
          </p:cNvPr>
          <p:cNvSpPr txBox="1"/>
          <p:nvPr>
            <p:custDataLst>
              <p:tags r:id="rId2"/>
            </p:custDataLst>
          </p:nvPr>
        </p:nvSpPr>
        <p:spPr>
          <a:xfrm>
            <a:off x="20" y="0"/>
            <a:ext cx="1219198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b="1" dirty="0">
                <a:latin typeface="Amasis MT Pro Black" panose="02040A04050005020304" pitchFamily="18" charset="0"/>
              </a:rPr>
              <a:t>Do Math, Science, and English scores strongly affect the overall score?</a:t>
            </a:r>
            <a:endParaRPr lang="en-IN" sz="3600" b="1" dirty="0">
              <a:latin typeface="Amasis MT Pro Black" panose="02040A04050005020304" pitchFamily="18" charset="0"/>
            </a:endParaRPr>
          </a:p>
        </p:txBody>
      </p:sp>
      <p:pic>
        <p:nvPicPr>
          <p:cNvPr id="7" name="Picture 6">
            <a:extLst>
              <a:ext uri="{FF2B5EF4-FFF2-40B4-BE49-F238E27FC236}">
                <a16:creationId xmlns:a16="http://schemas.microsoft.com/office/drawing/2014/main" id="{DED10B8E-A718-519F-9807-877AAEC367D6}"/>
              </a:ext>
            </a:extLst>
          </p:cNvPr>
          <p:cNvPicPr>
            <a:picLocks noChangeAspect="1"/>
          </p:cNvPicPr>
          <p:nvPr>
            <p:custDataLst>
              <p:tags r:id="rId3"/>
            </p:custDataLst>
          </p:nvPr>
        </p:nvPicPr>
        <p:blipFill>
          <a:blip r:embed="rId7"/>
          <a:stretch>
            <a:fillRect/>
          </a:stretch>
        </p:blipFill>
        <p:spPr>
          <a:xfrm>
            <a:off x="2776728" y="1200329"/>
            <a:ext cx="6455664" cy="4187834"/>
          </a:xfrm>
          <a:prstGeom prst="rect">
            <a:avLst/>
          </a:prstGeom>
        </p:spPr>
      </p:pic>
      <p:sp>
        <p:nvSpPr>
          <p:cNvPr id="10" name="TextBox 9">
            <a:extLst>
              <a:ext uri="{FF2B5EF4-FFF2-40B4-BE49-F238E27FC236}">
                <a16:creationId xmlns:a16="http://schemas.microsoft.com/office/drawing/2014/main" id="{39D89D77-AC4C-9EE6-396A-A58B72DFA06A}"/>
              </a:ext>
            </a:extLst>
          </p:cNvPr>
          <p:cNvSpPr txBox="1"/>
          <p:nvPr>
            <p:custDataLst>
              <p:tags r:id="rId4"/>
            </p:custDataLst>
          </p:nvPr>
        </p:nvSpPr>
        <p:spPr>
          <a:xfrm>
            <a:off x="20" y="5522917"/>
            <a:ext cx="1219198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All subjects matter equally, but skill sets do not </a:t>
            </a:r>
            <a:r>
              <a:rPr lang="en-US" dirty="0" err="1"/>
              <a:t>overlap.Math</a:t>
            </a:r>
            <a:r>
              <a:rPr lang="en-US" dirty="0"/>
              <a:t>, Science, and English contribute exactly the same amount to the overall score (all showing a 0.64 correlation). However, a student's score in one subject is essentially unrelated to their score in another (correlations of ~0.12), meaning students tend to have distinct strengths and weaknesses rather than sweeping, cross-subject academic proficiency.</a:t>
            </a:r>
            <a:endParaRPr lang="en-IN" dirty="0"/>
          </a:p>
        </p:txBody>
      </p:sp>
      <p:sp>
        <p:nvSpPr>
          <p:cNvPr id="2" name="Slide Number Placeholder 1">
            <a:extLst>
              <a:ext uri="{FF2B5EF4-FFF2-40B4-BE49-F238E27FC236}">
                <a16:creationId xmlns:a16="http://schemas.microsoft.com/office/drawing/2014/main" id="{322F4B3B-7F97-7C75-0802-BFAE48D0B1FB}"/>
              </a:ext>
            </a:extLst>
          </p:cNvPr>
          <p:cNvSpPr>
            <a:spLocks noGrp="1"/>
          </p:cNvSpPr>
          <p:nvPr>
            <p:ph type="sldNum" sz="quarter" idx="12"/>
          </p:nvPr>
        </p:nvSpPr>
        <p:spPr/>
        <p:txBody>
          <a:bodyPr/>
          <a:lstStyle/>
          <a:p>
            <a:fld id="{A5BDB9A3-A00E-4BD2-9C77-A4B59AB6A265}" type="slidenum">
              <a:rPr lang="en-IN" smtClean="0"/>
              <a:t>16</a:t>
            </a:fld>
            <a:endParaRPr lang="en-IN"/>
          </a:p>
        </p:txBody>
      </p:sp>
    </p:spTree>
    <p:extLst>
      <p:ext uri="{BB962C8B-B14F-4D97-AF65-F5344CB8AC3E}">
        <p14:creationId xmlns:p14="http://schemas.microsoft.com/office/powerpoint/2010/main" val="2577802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D6838BD1-EC1A-3CB5-D289-EF37ED9274E4}"/>
              </a:ext>
            </a:extLst>
          </p:cNvPr>
          <p:cNvPicPr>
            <a:picLocks noChangeAspect="1"/>
          </p:cNvPicPr>
          <p:nvPr>
            <p:custDataLst>
              <p:tags r:id="rId1"/>
            </p:custDataLst>
          </p:nvPr>
        </p:nvPicPr>
        <p:blipFill>
          <a:blip r:embed="rId6"/>
          <a:srcRect t="3095" b="17694"/>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6D2CE35F-44DD-2E65-039C-8F2F1C53072F}"/>
              </a:ext>
            </a:extLst>
          </p:cNvPr>
          <p:cNvSpPr txBox="1"/>
          <p:nvPr>
            <p:custDataLst>
              <p:tags r:id="rId2"/>
            </p:custDataLst>
          </p:nvPr>
        </p:nvSpPr>
        <p:spPr>
          <a:xfrm>
            <a:off x="-1524" y="88315"/>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Do Science scores indicate moderate to strong academic performance?</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9DEAB6E4-6081-CDFB-69C7-E08E5F337E7F}"/>
              </a:ext>
            </a:extLst>
          </p:cNvPr>
          <p:cNvPicPr>
            <a:picLocks noChangeAspect="1"/>
          </p:cNvPicPr>
          <p:nvPr>
            <p:custDataLst>
              <p:tags r:id="rId3"/>
            </p:custDataLst>
          </p:nvPr>
        </p:nvPicPr>
        <p:blipFill>
          <a:blip r:embed="rId7"/>
          <a:srcRect l="4745" r="3758"/>
          <a:stretch>
            <a:fillRect/>
          </a:stretch>
        </p:blipFill>
        <p:spPr>
          <a:xfrm>
            <a:off x="2475009" y="1288644"/>
            <a:ext cx="6595839" cy="4315957"/>
          </a:xfrm>
          <a:prstGeom prst="rect">
            <a:avLst/>
          </a:prstGeom>
        </p:spPr>
      </p:pic>
      <p:sp>
        <p:nvSpPr>
          <p:cNvPr id="10" name="TextBox 9">
            <a:extLst>
              <a:ext uri="{FF2B5EF4-FFF2-40B4-BE49-F238E27FC236}">
                <a16:creationId xmlns:a16="http://schemas.microsoft.com/office/drawing/2014/main" id="{58E2BE55-0905-3241-0693-3484C10F6FC3}"/>
              </a:ext>
            </a:extLst>
          </p:cNvPr>
          <p:cNvSpPr txBox="1"/>
          <p:nvPr>
            <p:custDataLst>
              <p:tags r:id="rId4"/>
            </p:custDataLst>
          </p:nvPr>
        </p:nvSpPr>
        <p:spPr>
          <a:xfrm>
            <a:off x="-1524" y="5371527"/>
            <a:ext cx="12190476"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A score cap or extra credit has created an unnatural cluster of perfect </a:t>
            </a:r>
            <a:r>
              <a:rPr lang="en-US" dirty="0" err="1"/>
              <a:t>scores.While</a:t>
            </a:r>
            <a:r>
              <a:rPr lang="en-US" dirty="0"/>
              <a:t> the general class performance follows a natural curve (peaking around 70–75), there is a massive, disproportionate cluster of students who scored exactly 100. This highly irregular spike suggests that grades were capped at 100, or heavy extra credit artificially pushed a large volume of high-performing students into the perfect score bracket.</a:t>
            </a:r>
            <a:endParaRPr lang="en-IN" dirty="0"/>
          </a:p>
        </p:txBody>
      </p:sp>
      <p:sp>
        <p:nvSpPr>
          <p:cNvPr id="2" name="Slide Number Placeholder 1">
            <a:extLst>
              <a:ext uri="{FF2B5EF4-FFF2-40B4-BE49-F238E27FC236}">
                <a16:creationId xmlns:a16="http://schemas.microsoft.com/office/drawing/2014/main" id="{D5B84858-7F27-27A1-BF19-4AF57B2AE0B5}"/>
              </a:ext>
            </a:extLst>
          </p:cNvPr>
          <p:cNvSpPr>
            <a:spLocks noGrp="1"/>
          </p:cNvSpPr>
          <p:nvPr>
            <p:ph type="sldNum" sz="quarter" idx="12"/>
          </p:nvPr>
        </p:nvSpPr>
        <p:spPr/>
        <p:txBody>
          <a:bodyPr/>
          <a:lstStyle/>
          <a:p>
            <a:fld id="{A5BDB9A3-A00E-4BD2-9C77-A4B59AB6A265}" type="slidenum">
              <a:rPr lang="en-IN" smtClean="0"/>
              <a:t>17</a:t>
            </a:fld>
            <a:endParaRPr lang="en-IN"/>
          </a:p>
        </p:txBody>
      </p:sp>
    </p:spTree>
    <p:extLst>
      <p:ext uri="{BB962C8B-B14F-4D97-AF65-F5344CB8AC3E}">
        <p14:creationId xmlns:p14="http://schemas.microsoft.com/office/powerpoint/2010/main" val="2894014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0427DAF-0307-A5E0-ED08-0CBCE290F135}"/>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5FE7FF6E-6BE7-62DA-1E4A-592806648014}"/>
              </a:ext>
            </a:extLst>
          </p:cNvPr>
          <p:cNvPicPr>
            <a:picLocks noChangeAspect="1"/>
          </p:cNvPicPr>
          <p:nvPr>
            <p:custDataLst>
              <p:tags r:id="rId1"/>
            </p:custDataLst>
          </p:nvPr>
        </p:nvPicPr>
        <p:blipFill>
          <a:blip r:embed="rId6"/>
          <a:srcRect b="15746"/>
          <a:stretch>
            <a:fillRect/>
          </a:stretch>
        </p:blipFill>
        <p:spPr>
          <a:xfrm>
            <a:off x="20" y="1282"/>
            <a:ext cx="12191980" cy="6856718"/>
          </a:xfrm>
          <a:prstGeom prst="rect">
            <a:avLst/>
          </a:prstGeom>
        </p:spPr>
      </p:pic>
      <p:sp>
        <p:nvSpPr>
          <p:cNvPr id="5" name="TextBox 4">
            <a:extLst>
              <a:ext uri="{FF2B5EF4-FFF2-40B4-BE49-F238E27FC236}">
                <a16:creationId xmlns:a16="http://schemas.microsoft.com/office/drawing/2014/main" id="{648A578A-9352-71E7-777E-7C45B1779BA5}"/>
              </a:ext>
            </a:extLst>
          </p:cNvPr>
          <p:cNvSpPr txBox="1"/>
          <p:nvPr>
            <p:custDataLst>
              <p:tags r:id="rId2"/>
            </p:custDataLst>
          </p:nvPr>
        </p:nvSpPr>
        <p:spPr>
          <a:xfrm>
            <a:off x="0" y="79171"/>
            <a:ext cx="12188952"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b="1" dirty="0">
                <a:latin typeface="Amasis MT Pro Black" panose="02040A04050005020304" pitchFamily="18" charset="0"/>
              </a:rPr>
              <a:t>How can top-performing students be targeted for rewards and recognition?</a:t>
            </a:r>
          </a:p>
        </p:txBody>
      </p:sp>
      <p:pic>
        <p:nvPicPr>
          <p:cNvPr id="7" name="Picture 6">
            <a:extLst>
              <a:ext uri="{FF2B5EF4-FFF2-40B4-BE49-F238E27FC236}">
                <a16:creationId xmlns:a16="http://schemas.microsoft.com/office/drawing/2014/main" id="{6361B228-EB62-41DC-BF0E-2E04ACF0B2BB}"/>
              </a:ext>
            </a:extLst>
          </p:cNvPr>
          <p:cNvPicPr>
            <a:picLocks noChangeAspect="1"/>
          </p:cNvPicPr>
          <p:nvPr>
            <p:custDataLst>
              <p:tags r:id="rId3"/>
            </p:custDataLst>
          </p:nvPr>
        </p:nvPicPr>
        <p:blipFill>
          <a:blip r:embed="rId7"/>
          <a:srcRect l="5297" t="3725" r="3925" b="9655"/>
          <a:stretch>
            <a:fillRect/>
          </a:stretch>
        </p:blipFill>
        <p:spPr>
          <a:xfrm>
            <a:off x="2220836" y="1279500"/>
            <a:ext cx="7747279" cy="3877802"/>
          </a:xfrm>
          <a:prstGeom prst="rect">
            <a:avLst/>
          </a:prstGeom>
        </p:spPr>
      </p:pic>
      <p:sp>
        <p:nvSpPr>
          <p:cNvPr id="11" name="TextBox 10">
            <a:extLst>
              <a:ext uri="{FF2B5EF4-FFF2-40B4-BE49-F238E27FC236}">
                <a16:creationId xmlns:a16="http://schemas.microsoft.com/office/drawing/2014/main" id="{FF52305E-1D09-D4AC-9E13-DAAE515205BC}"/>
              </a:ext>
            </a:extLst>
          </p:cNvPr>
          <p:cNvSpPr txBox="1"/>
          <p:nvPr>
            <p:custDataLst>
              <p:tags r:id="rId4"/>
            </p:custDataLst>
          </p:nvPr>
        </p:nvSpPr>
        <p:spPr>
          <a:xfrm>
            <a:off x="-109728" y="5157302"/>
            <a:ext cx="12188952"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Study method does not dictate performance outcomes. The percentage of Average students (~80%), Top Performers (~10%), and those Needing Intervention (~10%) is identical regardless of whether they use Coaching, Group Study, Online Courses, or Self Study. The medium a student chooses to study through has no measurable effect on which performance tier they ultimately fall into.</a:t>
            </a:r>
            <a:endParaRPr lang="en-IN" dirty="0"/>
          </a:p>
        </p:txBody>
      </p:sp>
      <p:sp>
        <p:nvSpPr>
          <p:cNvPr id="2" name="Slide Number Placeholder 1">
            <a:extLst>
              <a:ext uri="{FF2B5EF4-FFF2-40B4-BE49-F238E27FC236}">
                <a16:creationId xmlns:a16="http://schemas.microsoft.com/office/drawing/2014/main" id="{67A39052-6E15-796E-31F3-F24B9E118EF8}"/>
              </a:ext>
            </a:extLst>
          </p:cNvPr>
          <p:cNvSpPr>
            <a:spLocks noGrp="1"/>
          </p:cNvSpPr>
          <p:nvPr>
            <p:ph type="sldNum" sz="quarter" idx="12"/>
          </p:nvPr>
        </p:nvSpPr>
        <p:spPr/>
        <p:txBody>
          <a:bodyPr/>
          <a:lstStyle/>
          <a:p>
            <a:fld id="{A5BDB9A3-A00E-4BD2-9C77-A4B59AB6A265}" type="slidenum">
              <a:rPr lang="en-IN" smtClean="0"/>
              <a:t>18</a:t>
            </a:fld>
            <a:endParaRPr lang="en-IN"/>
          </a:p>
        </p:txBody>
      </p:sp>
    </p:spTree>
    <p:extLst>
      <p:ext uri="{BB962C8B-B14F-4D97-AF65-F5344CB8AC3E}">
        <p14:creationId xmlns:p14="http://schemas.microsoft.com/office/powerpoint/2010/main" val="17746906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606D8DC-8A64-DF1F-C768-917745341CFE}"/>
            </a:ext>
          </a:extLst>
        </p:cNvPr>
        <p:cNvGrpSpPr/>
        <p:nvPr/>
      </p:nvGrpSpPr>
      <p:grpSpPr>
        <a:xfrm>
          <a:off x="0" y="0"/>
          <a:ext cx="0" cy="0"/>
          <a:chOff x="0" y="0"/>
          <a:chExt cx="0" cy="0"/>
        </a:xfrm>
      </p:grpSpPr>
      <p:pic>
        <p:nvPicPr>
          <p:cNvPr id="1026" name="Picture 2" descr="A Student With Stacks Of Books Studying In The Library Stock Photo ...">
            <a:extLst>
              <a:ext uri="{FF2B5EF4-FFF2-40B4-BE49-F238E27FC236}">
                <a16:creationId xmlns:a16="http://schemas.microsoft.com/office/drawing/2014/main" id="{3961B93F-7B74-9EF9-6AE2-134971AA8015}"/>
              </a:ext>
            </a:extLst>
          </p:cNvPr>
          <p:cNvPicPr>
            <a:picLocks noChangeAspect="1" noChangeArrowheads="1"/>
          </p:cNvPicPr>
          <p:nvPr>
            <p:custDataLst>
              <p:tags r:id="rId1"/>
            </p:custDataLst>
          </p:nvPr>
        </p:nvPicPr>
        <p:blipFill>
          <a:blip r:embed="rId6">
            <a:extLst>
              <a:ext uri="{28A0092B-C50C-407E-A947-70E740481C1C}">
                <a14:useLocalDpi xmlns:a14="http://schemas.microsoft.com/office/drawing/2010/main" val="0"/>
              </a:ext>
            </a:extLst>
          </a:blip>
          <a:srcRect t="1817" b="20329"/>
          <a:stretch>
            <a:fillRect/>
          </a:stretch>
        </p:blipFill>
        <p:spPr bwMode="auto">
          <a:xfrm>
            <a:off x="20" y="10"/>
            <a:ext cx="12191980"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1" name="Rectangle 1030">
            <a:extLst>
              <a:ext uri="{FF2B5EF4-FFF2-40B4-BE49-F238E27FC236}">
                <a16:creationId xmlns:a16="http://schemas.microsoft.com/office/drawing/2014/main" id="{216BB327-7AA9-4EC5-815F-9D8E6BC53E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6206" y="115193"/>
            <a:ext cx="11939588" cy="6627614"/>
          </a:xfrm>
          <a:prstGeom prst="rect">
            <a:avLst/>
          </a:prstGeom>
          <a:noFill/>
          <a:ln w="127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F6170F5-D975-20A1-468E-AA03C1B703D2}"/>
              </a:ext>
            </a:extLst>
          </p:cNvPr>
          <p:cNvSpPr txBox="1"/>
          <p:nvPr>
            <p:custDataLst>
              <p:tags r:id="rId2"/>
            </p:custDataLst>
          </p:nvPr>
        </p:nvSpPr>
        <p:spPr>
          <a:xfrm>
            <a:off x="0" y="115193"/>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3600" dirty="0">
                <a:latin typeface="Amasis MT Pro Black" panose="02040A04050005020304" pitchFamily="18" charset="0"/>
              </a:rPr>
              <a:t>Are subject scores, attendance, and study hours the strongest predictors of overall performance?</a:t>
            </a:r>
            <a:endParaRPr lang="en-IN" sz="3600" dirty="0">
              <a:latin typeface="Amasis MT Pro Black" panose="02040A04050005020304" pitchFamily="18" charset="0"/>
            </a:endParaRPr>
          </a:p>
        </p:txBody>
      </p:sp>
      <p:pic>
        <p:nvPicPr>
          <p:cNvPr id="7" name="Picture 6">
            <a:extLst>
              <a:ext uri="{FF2B5EF4-FFF2-40B4-BE49-F238E27FC236}">
                <a16:creationId xmlns:a16="http://schemas.microsoft.com/office/drawing/2014/main" id="{989E7D5E-AF12-A7A1-D540-4603F3F79FE3}"/>
              </a:ext>
            </a:extLst>
          </p:cNvPr>
          <p:cNvPicPr>
            <a:picLocks noChangeAspect="1"/>
          </p:cNvPicPr>
          <p:nvPr>
            <p:custDataLst>
              <p:tags r:id="rId3"/>
            </p:custDataLst>
          </p:nvPr>
        </p:nvPicPr>
        <p:blipFill>
          <a:blip r:embed="rId7"/>
          <a:srcRect l="1736" t="3065" r="2710" b="6163"/>
          <a:stretch>
            <a:fillRect/>
          </a:stretch>
        </p:blipFill>
        <p:spPr>
          <a:xfrm>
            <a:off x="1857941" y="1315522"/>
            <a:ext cx="8209503" cy="4045866"/>
          </a:xfrm>
          <a:prstGeom prst="rect">
            <a:avLst/>
          </a:prstGeom>
        </p:spPr>
      </p:pic>
      <p:sp>
        <p:nvSpPr>
          <p:cNvPr id="9" name="TextBox 8">
            <a:extLst>
              <a:ext uri="{FF2B5EF4-FFF2-40B4-BE49-F238E27FC236}">
                <a16:creationId xmlns:a16="http://schemas.microsoft.com/office/drawing/2014/main" id="{241D627D-779B-2D69-95FA-4BF44BD9128D}"/>
              </a:ext>
            </a:extLst>
          </p:cNvPr>
          <p:cNvSpPr txBox="1"/>
          <p:nvPr>
            <p:custDataLst>
              <p:tags r:id="rId4"/>
            </p:custDataLst>
          </p:nvPr>
        </p:nvSpPr>
        <p:spPr>
          <a:xfrm>
            <a:off x="-20" y="5361388"/>
            <a:ext cx="12192000" cy="1200329"/>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dirty="0"/>
              <a:t>Academic subjects drive the overall score, while student effort is </a:t>
            </a:r>
            <a:r>
              <a:rPr lang="en-US" dirty="0" err="1"/>
              <a:t>irrelevant.A</a:t>
            </a:r>
            <a:r>
              <a:rPr lang="en-US" dirty="0"/>
              <a:t> student's overall score is determined entirely and equally by their Math, Science, and English scores. Factors like age, attendance rate, and study hours have zero meaningful correlation to the final outcome, proving that the score measures test performance alone rather than rewarding study habits or participation</a:t>
            </a:r>
            <a:endParaRPr lang="en-IN" dirty="0"/>
          </a:p>
        </p:txBody>
      </p:sp>
      <p:sp>
        <p:nvSpPr>
          <p:cNvPr id="2" name="Slide Number Placeholder 1">
            <a:extLst>
              <a:ext uri="{FF2B5EF4-FFF2-40B4-BE49-F238E27FC236}">
                <a16:creationId xmlns:a16="http://schemas.microsoft.com/office/drawing/2014/main" id="{83EA3F34-EC7A-C042-5291-5AE7BCB06218}"/>
              </a:ext>
            </a:extLst>
          </p:cNvPr>
          <p:cNvSpPr>
            <a:spLocks noGrp="1"/>
          </p:cNvSpPr>
          <p:nvPr>
            <p:ph type="sldNum" sz="quarter" idx="12"/>
          </p:nvPr>
        </p:nvSpPr>
        <p:spPr/>
        <p:txBody>
          <a:bodyPr/>
          <a:lstStyle/>
          <a:p>
            <a:fld id="{A5BDB9A3-A00E-4BD2-9C77-A4B59AB6A265}" type="slidenum">
              <a:rPr lang="en-IN" smtClean="0"/>
              <a:t>19</a:t>
            </a:fld>
            <a:endParaRPr lang="en-IN"/>
          </a:p>
        </p:txBody>
      </p:sp>
    </p:spTree>
    <p:extLst>
      <p:ext uri="{BB962C8B-B14F-4D97-AF65-F5344CB8AC3E}">
        <p14:creationId xmlns:p14="http://schemas.microsoft.com/office/powerpoint/2010/main" val="2030769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C183724E-4498-5A24-837A-2C89405257D5}"/>
              </a:ext>
            </a:extLst>
          </p:cNvPr>
          <p:cNvSpPr txBox="1"/>
          <p:nvPr>
            <p:custDataLst>
              <p:tags r:id="rId1"/>
            </p:custDataLst>
          </p:nvPr>
        </p:nvSpPr>
        <p:spPr>
          <a:xfrm>
            <a:off x="699712" y="248038"/>
            <a:ext cx="10944419" cy="1159200"/>
          </a:xfrm>
          <a:prstGeom prst="rect">
            <a:avLst/>
          </a:prstGeom>
        </p:spPr>
        <p:txBody>
          <a:bodyPr vert="horz" lIns="91440" tIns="45720" rIns="91440" bIns="45720" rtlCol="0" anchor="ctr">
            <a:noAutofit/>
          </a:bodyPr>
          <a:lstStyle/>
          <a:p>
            <a:pPr>
              <a:lnSpc>
                <a:spcPct val="90000"/>
              </a:lnSpc>
              <a:spcBef>
                <a:spcPct val="0"/>
              </a:spcBef>
              <a:spcAft>
                <a:spcPts val="600"/>
              </a:spcAft>
            </a:pPr>
            <a:r>
              <a:rPr lang="en-US" sz="4000" kern="1200" dirty="0">
                <a:solidFill>
                  <a:srgbClr val="FFFFFF"/>
                </a:solidFill>
                <a:latin typeface="Amasis MT Pro Black" panose="02040A04050005020304" pitchFamily="18" charset="0"/>
                <a:ea typeface="+mj-ea"/>
                <a:cs typeface="+mj-cs"/>
              </a:rPr>
              <a:t>Created Dashboard by Using </a:t>
            </a:r>
            <a:r>
              <a:rPr lang="en-US" sz="4000" kern="1200" dirty="0" err="1">
                <a:solidFill>
                  <a:srgbClr val="FFFFFF"/>
                </a:solidFill>
                <a:latin typeface="Amasis MT Pro Black" panose="02040A04050005020304" pitchFamily="18" charset="0"/>
                <a:ea typeface="+mj-ea"/>
                <a:cs typeface="+mj-cs"/>
              </a:rPr>
              <a:t>Streamlit</a:t>
            </a:r>
            <a:endParaRPr lang="en-US" sz="4000" kern="1200" dirty="0">
              <a:solidFill>
                <a:srgbClr val="FFFFFF"/>
              </a:solidFill>
              <a:latin typeface="Amasis MT Pro Black" panose="02040A04050005020304" pitchFamily="18" charset="0"/>
              <a:ea typeface="+mj-ea"/>
              <a:cs typeface="+mj-cs"/>
            </a:endParaRPr>
          </a:p>
        </p:txBody>
      </p:sp>
      <p:pic>
        <p:nvPicPr>
          <p:cNvPr id="2" name="streamlit-dashboard_app-2026-06-15-02-37-55">
            <a:hlinkClick r:id="" action="ppaction://media"/>
            <a:extLst>
              <a:ext uri="{FF2B5EF4-FFF2-40B4-BE49-F238E27FC236}">
                <a16:creationId xmlns:a16="http://schemas.microsoft.com/office/drawing/2014/main" id="{7E9E2436-3BC9-A495-9516-1014AC9FCA38}"/>
              </a:ext>
            </a:extLst>
          </p:cNvPr>
          <p:cNvPicPr>
            <a:picLocks noChangeAspect="1"/>
          </p:cNvPicPr>
          <p:nvPr>
            <a:videoFile r:link="rId3"/>
            <p:custDataLst>
              <p:tags r:id="rId4"/>
            </p:custDataLst>
            <p:extLst>
              <p:ext uri="{DAA4B4D4-6D71-4841-9C94-3DE7FCFB9230}">
                <p14:media xmlns:p14="http://schemas.microsoft.com/office/powerpoint/2010/main" r:embed="rId2"/>
              </p:ext>
            </p:extLst>
          </p:nvPr>
        </p:nvPicPr>
        <p:blipFill>
          <a:blip r:embed="rId6"/>
          <a:stretch>
            <a:fillRect/>
          </a:stretch>
        </p:blipFill>
        <p:spPr>
          <a:xfrm>
            <a:off x="393193" y="1655276"/>
            <a:ext cx="11250938" cy="5138716"/>
          </a:xfrm>
          <a:prstGeom prst="rect">
            <a:avLst/>
          </a:prstGeom>
        </p:spPr>
      </p:pic>
      <p:sp>
        <p:nvSpPr>
          <p:cNvPr id="4" name="Slide Number Placeholder 3">
            <a:extLst>
              <a:ext uri="{FF2B5EF4-FFF2-40B4-BE49-F238E27FC236}">
                <a16:creationId xmlns:a16="http://schemas.microsoft.com/office/drawing/2014/main" id="{0AC53A1C-026F-D485-4AF4-8B0D19FF45C3}"/>
              </a:ext>
            </a:extLst>
          </p:cNvPr>
          <p:cNvSpPr>
            <a:spLocks noGrp="1"/>
          </p:cNvSpPr>
          <p:nvPr>
            <p:ph type="sldNum" sz="quarter" idx="12"/>
          </p:nvPr>
        </p:nvSpPr>
        <p:spPr/>
        <p:txBody>
          <a:bodyPr/>
          <a:lstStyle/>
          <a:p>
            <a:fld id="{A5BDB9A3-A00E-4BD2-9C77-A4B59AB6A265}" type="slidenum">
              <a:rPr lang="en-IN" smtClean="0"/>
              <a:t>20</a:t>
            </a:fld>
            <a:endParaRPr lang="en-IN"/>
          </a:p>
        </p:txBody>
      </p:sp>
    </p:spTree>
    <p:extLst>
      <p:ext uri="{BB962C8B-B14F-4D97-AF65-F5344CB8AC3E}">
        <p14:creationId xmlns:p14="http://schemas.microsoft.com/office/powerpoint/2010/main" val="1115212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72117"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2"/>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2"/>
                                        </p:tgtEl>
                                      </p:cBhvr>
                                    </p:cmd>
                                  </p:childTnLst>
                                </p:cTn>
                              </p:par>
                            </p:childTnLst>
                          </p:cTn>
                        </p:par>
                      </p:childTnLst>
                    </p:cTn>
                  </p:par>
                </p:childTnLst>
              </p:cTn>
              <p:nextCondLst>
                <p:cond evt="onClick" delay="0">
                  <p:tgtEl>
                    <p:spTgt spid="2"/>
                  </p:tgtEl>
                </p:cond>
              </p:nextCondLst>
            </p:seq>
            <p:video>
              <p:cMediaNode vol="80000">
                <p:cTn id="12" fill="hold" display="0">
                  <p:stCondLst>
                    <p:cond delay="indefinite"/>
                  </p:stCondLst>
                </p:cTn>
                <p:tgtEl>
                  <p:spTgt spid="2"/>
                </p:tgtEl>
              </p:cMediaNode>
            </p:video>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890BC8-7BC6-8686-5D19-0742CA669F68}"/>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67D28CF-84E4-82A8-E04F-5D7D2D03AD83}"/>
              </a:ext>
            </a:extLst>
          </p:cNvPr>
          <p:cNvPicPr>
            <a:picLocks noChangeAspect="1"/>
          </p:cNvPicPr>
          <p:nvPr>
            <p:custDataLst>
              <p:tags r:id="rId1"/>
            </p:custDataLst>
          </p:nvPr>
        </p:nvPicPr>
        <p:blipFill>
          <a:blip r:embed="rId5"/>
          <a:srcRect t="1747"/>
          <a:stretch>
            <a:fillRect/>
          </a:stretch>
        </p:blipFill>
        <p:spPr>
          <a:xfrm>
            <a:off x="20" y="10"/>
            <a:ext cx="12191980" cy="6857990"/>
          </a:xfrm>
          <a:prstGeom prst="rect">
            <a:avLst/>
          </a:prstGeom>
        </p:spPr>
      </p:pic>
      <p:sp>
        <p:nvSpPr>
          <p:cNvPr id="9" name="Rectangle 8">
            <a:extLst>
              <a:ext uri="{FF2B5EF4-FFF2-40B4-BE49-F238E27FC236}">
                <a16:creationId xmlns:a16="http://schemas.microsoft.com/office/drawing/2014/main" id="{37C89E4B-3C9F-44B9-8B86-D9E3D112D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8852"/>
            <a:ext cx="12192000" cy="736551"/>
          </a:xfrm>
          <a:prstGeom prst="rect">
            <a:avLst/>
          </a:prstGeom>
          <a:solidFill>
            <a:schemeClr val="bg1">
              <a:alpha val="9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1AB4AE8C-0943-899A-99EA-1DA3F0FC0563}"/>
              </a:ext>
            </a:extLst>
          </p:cNvPr>
          <p:cNvSpPr txBox="1"/>
          <p:nvPr>
            <p:custDataLst>
              <p:tags r:id="rId2"/>
            </p:custDataLst>
          </p:nvPr>
        </p:nvSpPr>
        <p:spPr>
          <a:xfrm>
            <a:off x="0" y="514886"/>
            <a:ext cx="11210925" cy="564481"/>
          </a:xfrm>
          <a:prstGeom prst="rect">
            <a:avLst/>
          </a:prstGeom>
        </p:spPr>
        <p:style>
          <a:lnRef idx="0">
            <a:scrgbClr r="0" g="0" b="0"/>
          </a:lnRef>
          <a:fillRef idx="0">
            <a:scrgbClr r="0" g="0" b="0"/>
          </a:fillRef>
          <a:effectRef idx="0">
            <a:scrgbClr r="0" g="0" b="0"/>
          </a:effectRef>
          <a:fontRef idx="minor">
            <a:schemeClr val="lt1"/>
          </a:fontRef>
        </p:style>
        <p:txBody>
          <a:bodyPr vert="horz" lIns="91440" tIns="45720" rIns="91440" bIns="45720" rtlCol="0" anchor="ctr">
            <a:noAutofit/>
          </a:bodyPr>
          <a:lstStyle/>
          <a:p>
            <a:pPr algn="ctr">
              <a:lnSpc>
                <a:spcPct val="90000"/>
              </a:lnSpc>
              <a:spcBef>
                <a:spcPct val="0"/>
              </a:spcBef>
              <a:spcAft>
                <a:spcPts val="600"/>
              </a:spcAft>
            </a:pPr>
            <a:r>
              <a:rPr lang="en-US" sz="6600" b="1" dirty="0">
                <a:solidFill>
                  <a:schemeClr val="tx1">
                    <a:lumMod val="85000"/>
                    <a:lumOff val="15000"/>
                  </a:schemeClr>
                </a:solidFill>
                <a:latin typeface="+mj-lt"/>
                <a:ea typeface="+mj-ea"/>
                <a:cs typeface="+mj-cs"/>
              </a:rPr>
              <a:t>Conclusion</a:t>
            </a:r>
          </a:p>
        </p:txBody>
      </p:sp>
      <p:cxnSp>
        <p:nvCxnSpPr>
          <p:cNvPr id="11" name="Straight Connector 10">
            <a:extLst>
              <a:ext uri="{FF2B5EF4-FFF2-40B4-BE49-F238E27FC236}">
                <a16:creationId xmlns:a16="http://schemas.microsoft.com/office/drawing/2014/main" id="{AA2EAA10-076F-46BD-8F0F-B9A2FB77A85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350693"/>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D891E407-403B-4764-86C9-33A56D3BCAA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0" y="1243562"/>
            <a:ext cx="12192000" cy="0"/>
          </a:xfrm>
          <a:prstGeom prst="line">
            <a:avLst/>
          </a:prstGeom>
          <a:ln w="41275">
            <a:solidFill>
              <a:schemeClr val="bg1">
                <a:alpha val="90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828CA599-BD84-033A-09CD-6D78FB5933C3}"/>
              </a:ext>
            </a:extLst>
          </p:cNvPr>
          <p:cNvSpPr txBox="1"/>
          <p:nvPr>
            <p:custDataLst>
              <p:tags r:id="rId3"/>
            </p:custDataLst>
          </p:nvPr>
        </p:nvSpPr>
        <p:spPr>
          <a:xfrm>
            <a:off x="0" y="2019456"/>
            <a:ext cx="12192000" cy="2862322"/>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a:spAutoFit/>
          </a:bodyPr>
          <a:lstStyle/>
          <a:p>
            <a:r>
              <a:rPr lang="en-US" sz="2000" dirty="0">
                <a:latin typeface="Amasis MT Pro Black" panose="02040A04050005020304" pitchFamily="18" charset="0"/>
              </a:rPr>
              <a:t>Standard behavioral metrics like attendance, study hours, and study methods show no statistical impact on student performance, which is instead driven entirely by core subject proficiency (Math, Science, English) and school type (Private vs. Public). To maximize institutional ROI, resources should be redirected from broad study programs toward subject-specific tutoring for at-risk 'D' students and closing the public-private performance gap. Furthermore, scholarships must be strictly merit-based using an overall score threshold of 81.5. Ultimately, educational investments must pivot away from attempting to optimize personal study habits and focus directly on targeted academic intervention and core subject mastery.</a:t>
            </a:r>
            <a:endParaRPr lang="en-IN" sz="2000" dirty="0">
              <a:latin typeface="Amasis MT Pro Black" panose="02040A04050005020304" pitchFamily="18" charset="0"/>
            </a:endParaRPr>
          </a:p>
        </p:txBody>
      </p:sp>
      <p:sp>
        <p:nvSpPr>
          <p:cNvPr id="2" name="Slide Number Placeholder 1">
            <a:extLst>
              <a:ext uri="{FF2B5EF4-FFF2-40B4-BE49-F238E27FC236}">
                <a16:creationId xmlns:a16="http://schemas.microsoft.com/office/drawing/2014/main" id="{220CCA17-60A5-8FBE-DAA3-B9972E3E449F}"/>
              </a:ext>
            </a:extLst>
          </p:cNvPr>
          <p:cNvSpPr>
            <a:spLocks noGrp="1"/>
          </p:cNvSpPr>
          <p:nvPr>
            <p:ph type="sldNum" sz="quarter" idx="12"/>
          </p:nvPr>
        </p:nvSpPr>
        <p:spPr/>
        <p:txBody>
          <a:bodyPr/>
          <a:lstStyle/>
          <a:p>
            <a:fld id="{A5BDB9A3-A00E-4BD2-9C77-A4B59AB6A265}" type="slidenum">
              <a:rPr lang="en-IN" smtClean="0"/>
              <a:t>21</a:t>
            </a:fld>
            <a:endParaRPr lang="en-IN"/>
          </a:p>
        </p:txBody>
      </p:sp>
    </p:spTree>
    <p:extLst>
      <p:ext uri="{BB962C8B-B14F-4D97-AF65-F5344CB8AC3E}">
        <p14:creationId xmlns:p14="http://schemas.microsoft.com/office/powerpoint/2010/main" val="1453693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03B8F8E-3A9C-0548-E71B-E676BE56F10C}"/>
            </a:ext>
          </a:extLst>
        </p:cNvPr>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4B68070C-C7BC-9041-7950-A7043638A4D1}"/>
              </a:ext>
            </a:extLst>
          </p:cNvPr>
          <p:cNvPicPr>
            <a:picLocks noChangeAspect="1"/>
          </p:cNvPicPr>
          <p:nvPr>
            <p:custDataLst>
              <p:tags r:id="rId1"/>
            </p:custDataLst>
          </p:nvPr>
        </p:nvPicPr>
        <p:blipFill>
          <a:blip r:embed="rId4"/>
          <a:srcRect t="13123" b="30637"/>
          <a:stretch>
            <a:fillRect/>
          </a:stretch>
        </p:blipFill>
        <p:spPr>
          <a:xfrm>
            <a:off x="20" y="1282"/>
            <a:ext cx="12191980" cy="6856718"/>
          </a:xfrm>
          <a:prstGeom prst="rect">
            <a:avLst/>
          </a:prstGeom>
        </p:spPr>
      </p:pic>
      <p:sp>
        <p:nvSpPr>
          <p:cNvPr id="4" name="TextBox 3">
            <a:extLst>
              <a:ext uri="{FF2B5EF4-FFF2-40B4-BE49-F238E27FC236}">
                <a16:creationId xmlns:a16="http://schemas.microsoft.com/office/drawing/2014/main" id="{73EF4CF5-471F-8EAD-1373-CD6DA3D86455}"/>
              </a:ext>
            </a:extLst>
          </p:cNvPr>
          <p:cNvSpPr txBox="1"/>
          <p:nvPr>
            <p:custDataLst>
              <p:tags r:id="rId2"/>
            </p:custDataLst>
          </p:nvPr>
        </p:nvSpPr>
        <p:spPr>
          <a:xfrm>
            <a:off x="1801368" y="2644170"/>
            <a:ext cx="8357616" cy="1569660"/>
          </a:xfrm>
          <a:prstGeom prst="rect">
            <a:avLst/>
          </a:prstGeom>
          <a:solidFill>
            <a:schemeClr val="dk1">
              <a:alpha val="50000"/>
            </a:schemeClr>
          </a:solidFill>
          <a:ln>
            <a:noFill/>
          </a:ln>
        </p:spPr>
        <p:style>
          <a:lnRef idx="0">
            <a:scrgbClr r="0" g="0" b="0"/>
          </a:lnRef>
          <a:fillRef idx="0">
            <a:scrgbClr r="0" g="0" b="0"/>
          </a:fillRef>
          <a:effectRef idx="0">
            <a:scrgbClr r="0" g="0" b="0"/>
          </a:effectRef>
          <a:fontRef idx="minor">
            <a:schemeClr val="lt1"/>
          </a:fontRef>
        </p:style>
        <p:txBody>
          <a:bodyPr wrap="square" rtlCol="0">
            <a:spAutoFit/>
          </a:bodyPr>
          <a:lstStyle/>
          <a:p>
            <a:r>
              <a:rPr lang="en-IN" sz="9600" b="1" dirty="0">
                <a:solidFill>
                  <a:schemeClr val="bg1"/>
                </a:solidFill>
                <a:latin typeface="Amasis MT Pro Black" panose="02040A04050005020304" pitchFamily="18" charset="0"/>
              </a:rPr>
              <a:t>THANK YOU</a:t>
            </a:r>
          </a:p>
        </p:txBody>
      </p:sp>
      <p:sp>
        <p:nvSpPr>
          <p:cNvPr id="2" name="Slide Number Placeholder 1">
            <a:extLst>
              <a:ext uri="{FF2B5EF4-FFF2-40B4-BE49-F238E27FC236}">
                <a16:creationId xmlns:a16="http://schemas.microsoft.com/office/drawing/2014/main" id="{F21C7F4D-63FC-FDA8-0D13-68B9AD97454A}"/>
              </a:ext>
            </a:extLst>
          </p:cNvPr>
          <p:cNvSpPr>
            <a:spLocks noGrp="1"/>
          </p:cNvSpPr>
          <p:nvPr>
            <p:ph type="sldNum" sz="quarter" idx="12"/>
          </p:nvPr>
        </p:nvSpPr>
        <p:spPr/>
        <p:txBody>
          <a:bodyPr/>
          <a:lstStyle/>
          <a:p>
            <a:fld id="{A5BDB9A3-A00E-4BD2-9C77-A4B59AB6A265}" type="slidenum">
              <a:rPr lang="en-IN" smtClean="0"/>
              <a:t>22</a:t>
            </a:fld>
            <a:endParaRPr lang="en-IN"/>
          </a:p>
        </p:txBody>
      </p:sp>
    </p:spTree>
    <p:extLst>
      <p:ext uri="{BB962C8B-B14F-4D97-AF65-F5344CB8AC3E}">
        <p14:creationId xmlns:p14="http://schemas.microsoft.com/office/powerpoint/2010/main" val="105160151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LIDEFAB_CUSTOMSORTGLOBALLY" val="True"/>
</p:tagLst>
</file>

<file path=ppt/tags/tag2.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SHAPECONDITIONMETACTIONDELETE" val="True"/>
  <p:tag name="SLIDEFAB_RESIZEMODE" val="1"/>
  <p:tag name="SLIDEFAB_EXPORTMODE" val="4"/>
</p:tagLst>
</file>

<file path=ppt/tags/tag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8.xml><?xml version="1.0" encoding="utf-8"?>
<p:tagLst xmlns:a="http://schemas.openxmlformats.org/drawingml/2006/main" xmlns:r="http://schemas.openxmlformats.org/officeDocument/2006/relationships" xmlns:p="http://schemas.openxmlformats.org/presentationml/2006/main">
  <p:tag name="SLIDEFAB_RESIZEMODE" val="1"/>
  <p:tag name="SLIDEFAB_POWERPOINTTABLESTARTINROW" val="1"/>
  <p:tag name="SLIDEFAB_EXPORTMODE" val="4"/>
</p:tagLst>
</file>

<file path=ppt/tags/tag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0.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1.xml><?xml version="1.0" encoding="utf-8"?>
<p:tagLst xmlns:a="http://schemas.openxmlformats.org/drawingml/2006/main" xmlns:r="http://schemas.openxmlformats.org/officeDocument/2006/relationships" xmlns:p="http://schemas.openxmlformats.org/presentationml/2006/main">
  <p:tag name="SLIDEFAB_RESIZEMODE" val="1"/>
  <p:tag name="SLIDEFAB_POWERPOINTTABLESTARTINROW" val="1"/>
  <p:tag name="SLIDEFAB_EXPORTMODE" val="4"/>
</p:tagLst>
</file>

<file path=ppt/tags/tag12.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1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5.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1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8.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1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20.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2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22.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2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2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2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2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2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28.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2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0.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3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2.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3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3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8.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3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0.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4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2.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4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4.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4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48.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4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0.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5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2.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5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ags/tag5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6.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5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8.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5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0.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6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2.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4.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6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6.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7.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68.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6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0.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1.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2.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73.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4.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5.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6.xml><?xml version="1.0" encoding="utf-8"?>
<p:tagLst xmlns:a="http://schemas.openxmlformats.org/drawingml/2006/main" xmlns:r="http://schemas.openxmlformats.org/officeDocument/2006/relationships" xmlns:p="http://schemas.openxmlformats.org/presentationml/2006/main">
  <p:tag name="SLIDEFAB_RESIZEMODE" val="1"/>
  <p:tag name="SLIDEFAB_POWERPOINTTABLESTARTINROW" val="1"/>
  <p:tag name="SLIDEFAB_EXPORTMODE" val="4"/>
</p:tagLst>
</file>

<file path=ppt/tags/tag77.xml><?xml version="1.0" encoding="utf-8"?>
<p:tagLst xmlns:a="http://schemas.openxmlformats.org/drawingml/2006/main" xmlns:r="http://schemas.openxmlformats.org/officeDocument/2006/relationships" xmlns:p="http://schemas.openxmlformats.org/presentationml/2006/main">
  <p:tag name="SLIDEFAB_EXPORTMODE" val="4"/>
  <p:tag name="SLIDEFAB_POWERPOINTTABLESTARTINROW" val="1"/>
</p:tagLst>
</file>

<file path=ppt/tags/tag78.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RESIZEMODE" val="1"/>
  <p:tag name="SLIDEFAB_EXPORTMODE" val="4"/>
</p:tagLst>
</file>

<file path=ppt/tags/tag79.xml><?xml version="1.0" encoding="utf-8"?>
<p:tagLst xmlns:a="http://schemas.openxmlformats.org/drawingml/2006/main" xmlns:r="http://schemas.openxmlformats.org/officeDocument/2006/relationships" xmlns:p="http://schemas.openxmlformats.org/presentationml/2006/main">
  <p:tag name="SLIDEFAB_POWERPOINTTABLESTARTINROW" val="1"/>
  <p:tag name="SLIDEFAB_EXPORTMODE" val="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444</TotalTime>
  <Words>1630</Words>
  <Application>Microsoft Office PowerPoint</Application>
  <PresentationFormat>Widescreen</PresentationFormat>
  <Paragraphs>78</Paragraphs>
  <Slides>22</Slides>
  <Notes>0</Notes>
  <HiddenSlides>0</HiddenSlides>
  <MMClips>1</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22</vt:i4>
      </vt:variant>
    </vt:vector>
  </HeadingPairs>
  <TitlesOfParts>
    <vt:vector size="30" baseType="lpstr">
      <vt:lpstr>Meiryo</vt:lpstr>
      <vt:lpstr>ADLaM Display</vt:lpstr>
      <vt:lpstr>Amasis MT Pro Black</vt: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LUCIFER MORNING STAR</dc:creator>
  <cp:lastModifiedBy>Arpit Tyagi</cp:lastModifiedBy>
  <cp:revision>5</cp:revision>
  <dcterms:created xsi:type="dcterms:W3CDTF">2026-06-14T14:28:14Z</dcterms:created>
  <dcterms:modified xsi:type="dcterms:W3CDTF">2026-06-15T18:29:51Z</dcterms:modified>
</cp:coreProperties>
</file>